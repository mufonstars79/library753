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Заглавен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bg-BG" smtClean="0"/>
              <a:t>Щракнете за редакция стил подзагл. обр.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лавие и съдъ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лавка на секц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е съдържа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5/21/2026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Само заглав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разе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Съдържание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bg-BG" smtClean="0"/>
              <a:t>Щракнете върху иконата, за да добавите картина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 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bg-BG" smtClean="0"/>
              <a:t>Щракнете върху иконата, за да добавите картина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лавие и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ичка с им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ичка с име на цита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или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лавие и вертикален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но заглавие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ctrTitle"/>
          </p:nvPr>
        </p:nvSpPr>
        <p:spPr>
          <a:xfrm>
            <a:off x="2462510" y="1417983"/>
            <a:ext cx="7275443" cy="2102242"/>
          </a:xfrm>
        </p:spPr>
        <p:txBody>
          <a:bodyPr/>
          <a:lstStyle/>
          <a:p>
            <a:r>
              <a:rPr lang="en-US" sz="2000" b="1" dirty="0"/>
              <a:t/>
            </a:r>
            <a:br>
              <a:rPr lang="en-US" sz="2000" b="1" dirty="0"/>
            </a:br>
            <a:r>
              <a:rPr lang="en-US" sz="2000" b="1" dirty="0"/>
              <a:t>GDE МАТРИЦАТА И ПРАКТИЧЕСКИЯТ ИЗПИТ НА ВОДАЧИ.</a:t>
            </a:r>
            <a:br>
              <a:rPr lang="en-US" sz="2000" b="1" dirty="0"/>
            </a:br>
            <a:r>
              <a:rPr lang="en-US" sz="2000" b="1" dirty="0"/>
              <a:t>ПРОЦЕС НА ЗАДАВАНЕ НА ВЪПРОС С ЦЕЛ ПРОВЕРКА НА ОСВЕДОМЕНОСТТА</a:t>
            </a:r>
            <a:r>
              <a:rPr lang="en-US" sz="2000" dirty="0"/>
              <a:t/>
            </a:r>
            <a:br>
              <a:rPr lang="en-US" sz="2000" dirty="0"/>
            </a:br>
            <a:endParaRPr lang="en-US" sz="2000" dirty="0"/>
          </a:p>
        </p:txBody>
      </p:sp>
      <p:sp>
        <p:nvSpPr>
          <p:cNvPr id="3" name="Подзаглавие 2"/>
          <p:cNvSpPr>
            <a:spLocks noGrp="1"/>
          </p:cNvSpPr>
          <p:nvPr>
            <p:ph type="subTitle" idx="1"/>
          </p:nvPr>
        </p:nvSpPr>
        <p:spPr>
          <a:xfrm>
            <a:off x="3235737" y="4174432"/>
            <a:ext cx="6815669" cy="1320802"/>
          </a:xfrm>
        </p:spPr>
        <p:txBody>
          <a:bodyPr/>
          <a:lstStyle/>
          <a:p>
            <a:r>
              <a:rPr lang="bg-BG" dirty="0" smtClean="0"/>
              <a:t>Изготвил: Алекс Нинов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7000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1295401" y="1048394"/>
            <a:ext cx="9601196" cy="237068"/>
          </a:xfrm>
        </p:spPr>
        <p:txBody>
          <a:bodyPr>
            <a:normAutofit fontScale="90000"/>
          </a:bodyPr>
          <a:lstStyle/>
          <a:p>
            <a:r>
              <a:rPr lang="en-US" b="1" dirty="0" err="1"/>
              <a:t>Увод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460375" y="1285462"/>
            <a:ext cx="10982878" cy="4325364"/>
          </a:xfrm>
        </p:spPr>
        <p:txBody>
          <a:bodyPr>
            <a:normAutofit fontScale="92500"/>
          </a:bodyPr>
          <a:lstStyle/>
          <a:p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Безопасността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на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движението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по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пътищата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е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сред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основните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приоритети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на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съвременното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общество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Подготовката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на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бъдещите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водачи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не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се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изчерпва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само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с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усвояване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на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технически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умения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за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управление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на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моторно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превозно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средство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Необходимо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е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изграждане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на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правилно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мислене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самоконтрол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оценка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на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риска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и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отговорно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поведение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на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пътя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GDE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матрицата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представлява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модел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за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обучение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и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оценяване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на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водачите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който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разглежда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различните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фактори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влияещи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върху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поведението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на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водача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Тя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се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използва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като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средство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за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подобряване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на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подготовката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на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кандидатите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и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за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намаляване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на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пътнотранспортните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произшествия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b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4" name="AutoShape 2" descr="Придобиване на правоспособност за провеждане на практическите изпити на  кандидати за придобиване на правоспособност за управление на МПС от  подкатегория В1 и категории М, В, Ттб, Ттм и Ткт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Картина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3646" y="4068418"/>
            <a:ext cx="3242609" cy="2032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321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Същност</a:t>
            </a:r>
            <a:r>
              <a:rPr lang="en-US" b="1" dirty="0"/>
              <a:t> </a:t>
            </a:r>
            <a:r>
              <a:rPr lang="en-US" b="1" dirty="0" err="1"/>
              <a:t>на</a:t>
            </a:r>
            <a:r>
              <a:rPr lang="en-US" b="1" dirty="0"/>
              <a:t> GDE </a:t>
            </a:r>
            <a:r>
              <a:rPr lang="en-US" b="1" dirty="0" err="1"/>
              <a:t>матрицата</a:t>
            </a:r>
            <a:endParaRPr lang="en-US" dirty="0"/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sz="2600" b="1" dirty="0"/>
              <a:t>GDE (Goals for Driver Education) </a:t>
            </a:r>
            <a:r>
              <a:rPr lang="en-US" sz="2600" b="1" dirty="0" err="1"/>
              <a:t>матрицата</a:t>
            </a:r>
            <a:r>
              <a:rPr lang="en-US" sz="2600" b="1" dirty="0"/>
              <a:t> е </a:t>
            </a:r>
            <a:r>
              <a:rPr lang="en-US" sz="2600" b="1" dirty="0" err="1"/>
              <a:t>модел</a:t>
            </a:r>
            <a:r>
              <a:rPr lang="en-US" sz="2600" b="1" dirty="0"/>
              <a:t>, </a:t>
            </a:r>
            <a:r>
              <a:rPr lang="en-US" sz="2600" b="1" dirty="0" err="1"/>
              <a:t>създаден</a:t>
            </a:r>
            <a:r>
              <a:rPr lang="en-US" sz="2600" b="1" dirty="0"/>
              <a:t> с </a:t>
            </a:r>
            <a:r>
              <a:rPr lang="en-US" sz="2600" b="1" dirty="0" err="1"/>
              <a:t>цел</a:t>
            </a:r>
            <a:r>
              <a:rPr lang="en-US" sz="2600" b="1" dirty="0"/>
              <a:t> </a:t>
            </a:r>
            <a:r>
              <a:rPr lang="en-US" sz="2600" b="1" dirty="0" err="1"/>
              <a:t>подобряване</a:t>
            </a:r>
            <a:r>
              <a:rPr lang="en-US" sz="2600" b="1" dirty="0"/>
              <a:t> </a:t>
            </a:r>
            <a:r>
              <a:rPr lang="en-US" sz="2600" b="1" dirty="0" err="1"/>
              <a:t>на</a:t>
            </a:r>
            <a:r>
              <a:rPr lang="en-US" sz="2600" b="1" dirty="0"/>
              <a:t> </a:t>
            </a:r>
            <a:r>
              <a:rPr lang="en-US" sz="2600" b="1" dirty="0" err="1"/>
              <a:t>обучението</a:t>
            </a:r>
            <a:r>
              <a:rPr lang="en-US" sz="2600" b="1" dirty="0"/>
              <a:t> </a:t>
            </a:r>
            <a:r>
              <a:rPr lang="en-US" sz="2600" b="1" dirty="0" err="1"/>
              <a:t>на</a:t>
            </a:r>
            <a:r>
              <a:rPr lang="en-US" sz="2600" b="1" dirty="0"/>
              <a:t> </a:t>
            </a:r>
            <a:r>
              <a:rPr lang="en-US" sz="2600" b="1" dirty="0" err="1"/>
              <a:t>водачите</a:t>
            </a:r>
            <a:r>
              <a:rPr lang="en-US" sz="2600" b="1" dirty="0"/>
              <a:t> и </a:t>
            </a:r>
            <a:r>
              <a:rPr lang="en-US" sz="2600" b="1" dirty="0" err="1"/>
              <a:t>ограничаване</a:t>
            </a:r>
            <a:r>
              <a:rPr lang="en-US" sz="2600" b="1" dirty="0"/>
              <a:t> </a:t>
            </a:r>
            <a:r>
              <a:rPr lang="en-US" sz="2600" b="1" dirty="0" err="1"/>
              <a:t>на</a:t>
            </a:r>
            <a:r>
              <a:rPr lang="en-US" sz="2600" b="1" dirty="0"/>
              <a:t> </a:t>
            </a:r>
            <a:r>
              <a:rPr lang="en-US" sz="2600" b="1" dirty="0" err="1"/>
              <a:t>рисковото</a:t>
            </a:r>
            <a:r>
              <a:rPr lang="en-US" sz="2600" b="1" dirty="0"/>
              <a:t> </a:t>
            </a:r>
            <a:r>
              <a:rPr lang="en-US" sz="2600" b="1" dirty="0" err="1"/>
              <a:t>поведение</a:t>
            </a:r>
            <a:r>
              <a:rPr lang="en-US" sz="2600" b="1" dirty="0"/>
              <a:t> </a:t>
            </a:r>
            <a:r>
              <a:rPr lang="en-US" sz="2600" b="1" dirty="0" err="1"/>
              <a:t>на</a:t>
            </a:r>
            <a:r>
              <a:rPr lang="en-US" sz="2600" b="1" dirty="0"/>
              <a:t> </a:t>
            </a:r>
            <a:r>
              <a:rPr lang="en-US" sz="2600" b="1" dirty="0" err="1"/>
              <a:t>пътя</a:t>
            </a:r>
            <a:r>
              <a:rPr lang="en-US" sz="2600" b="1" dirty="0"/>
              <a:t>. </a:t>
            </a:r>
            <a:r>
              <a:rPr lang="en-US" sz="2600" b="1" dirty="0" err="1"/>
              <a:t>Тя</a:t>
            </a:r>
            <a:r>
              <a:rPr lang="en-US" sz="2600" b="1" dirty="0"/>
              <a:t> </a:t>
            </a:r>
            <a:r>
              <a:rPr lang="en-US" sz="2600" b="1" dirty="0" err="1"/>
              <a:t>разглежда</a:t>
            </a:r>
            <a:r>
              <a:rPr lang="en-US" sz="2600" b="1" dirty="0"/>
              <a:t> </a:t>
            </a:r>
            <a:r>
              <a:rPr lang="en-US" sz="2600" b="1" dirty="0" err="1"/>
              <a:t>поведението</a:t>
            </a:r>
            <a:r>
              <a:rPr lang="en-US" sz="2600" b="1" dirty="0"/>
              <a:t> </a:t>
            </a:r>
            <a:r>
              <a:rPr lang="en-US" sz="2600" b="1" dirty="0" err="1"/>
              <a:t>на</a:t>
            </a:r>
            <a:r>
              <a:rPr lang="en-US" sz="2600" b="1" dirty="0"/>
              <a:t> </a:t>
            </a:r>
            <a:r>
              <a:rPr lang="en-US" sz="2600" b="1" dirty="0" err="1"/>
              <a:t>водача</a:t>
            </a:r>
            <a:r>
              <a:rPr lang="en-US" sz="2600" b="1" dirty="0"/>
              <a:t> </a:t>
            </a:r>
            <a:r>
              <a:rPr lang="en-US" sz="2600" b="1" dirty="0" err="1"/>
              <a:t>на</a:t>
            </a:r>
            <a:r>
              <a:rPr lang="en-US" sz="2600" b="1" dirty="0"/>
              <a:t> </a:t>
            </a:r>
            <a:r>
              <a:rPr lang="en-US" sz="2600" b="1" dirty="0" err="1"/>
              <a:t>няколко</a:t>
            </a:r>
            <a:r>
              <a:rPr lang="en-US" sz="2600" b="1" dirty="0"/>
              <a:t> </a:t>
            </a:r>
            <a:r>
              <a:rPr lang="en-US" sz="2600" b="1" dirty="0" err="1"/>
              <a:t>нива</a:t>
            </a:r>
            <a:r>
              <a:rPr lang="en-US" sz="2600" b="1" dirty="0"/>
              <a:t>.</a:t>
            </a:r>
            <a:br>
              <a:rPr lang="en-US" sz="2600" b="1" dirty="0"/>
            </a:br>
            <a:r>
              <a:rPr lang="en-US" sz="2600" b="1" dirty="0"/>
              <a:t/>
            </a:r>
            <a:br>
              <a:rPr lang="en-US" sz="2600" b="1" dirty="0"/>
            </a:br>
            <a:r>
              <a:rPr lang="en-US" sz="2600" b="1" dirty="0" err="1"/>
              <a:t>Първото</a:t>
            </a:r>
            <a:r>
              <a:rPr lang="en-US" sz="2600" b="1" dirty="0"/>
              <a:t> </a:t>
            </a:r>
            <a:r>
              <a:rPr lang="en-US" sz="2600" b="1" dirty="0" err="1"/>
              <a:t>ниво</a:t>
            </a:r>
            <a:r>
              <a:rPr lang="en-US" sz="2600" b="1" dirty="0"/>
              <a:t> </a:t>
            </a:r>
            <a:r>
              <a:rPr lang="en-US" sz="2600" b="1" dirty="0" err="1"/>
              <a:t>включва</a:t>
            </a:r>
            <a:r>
              <a:rPr lang="en-US" sz="2600" b="1" dirty="0"/>
              <a:t> </a:t>
            </a:r>
            <a:r>
              <a:rPr lang="en-US" sz="2600" b="1" dirty="0" err="1"/>
              <a:t>основните</a:t>
            </a:r>
            <a:r>
              <a:rPr lang="en-US" sz="2600" b="1" dirty="0"/>
              <a:t> </a:t>
            </a:r>
            <a:r>
              <a:rPr lang="en-US" sz="2600" b="1" dirty="0" err="1"/>
              <a:t>умения</a:t>
            </a:r>
            <a:r>
              <a:rPr lang="en-US" sz="2600" b="1" dirty="0"/>
              <a:t> </a:t>
            </a:r>
            <a:r>
              <a:rPr lang="en-US" sz="2600" b="1" dirty="0" err="1"/>
              <a:t>за</a:t>
            </a:r>
            <a:r>
              <a:rPr lang="en-US" sz="2600" b="1" dirty="0"/>
              <a:t> </a:t>
            </a:r>
            <a:r>
              <a:rPr lang="en-US" sz="2600" b="1" dirty="0" err="1"/>
              <a:t>управление</a:t>
            </a:r>
            <a:r>
              <a:rPr lang="en-US" sz="2600" b="1" dirty="0"/>
              <a:t> </a:t>
            </a:r>
            <a:r>
              <a:rPr lang="en-US" sz="2600" b="1" dirty="0" err="1"/>
              <a:t>на</a:t>
            </a:r>
            <a:r>
              <a:rPr lang="en-US" sz="2600" b="1" dirty="0"/>
              <a:t> </a:t>
            </a:r>
            <a:r>
              <a:rPr lang="en-US" sz="2600" b="1" dirty="0" err="1"/>
              <a:t>автомобила</a:t>
            </a:r>
            <a:r>
              <a:rPr lang="en-US" sz="2600" b="1" dirty="0"/>
              <a:t> – </a:t>
            </a:r>
            <a:r>
              <a:rPr lang="en-US" sz="2600" b="1" dirty="0" err="1"/>
              <a:t>потегляне</a:t>
            </a:r>
            <a:r>
              <a:rPr lang="en-US" sz="2600" b="1" dirty="0"/>
              <a:t>, </a:t>
            </a:r>
            <a:r>
              <a:rPr lang="en-US" sz="2600" b="1" dirty="0" err="1"/>
              <a:t>спиране</a:t>
            </a:r>
            <a:r>
              <a:rPr lang="en-US" sz="2600" b="1" dirty="0"/>
              <a:t>, </a:t>
            </a:r>
            <a:r>
              <a:rPr lang="en-US" sz="2600" b="1" dirty="0" err="1"/>
              <a:t>управление</a:t>
            </a:r>
            <a:r>
              <a:rPr lang="en-US" sz="2600" b="1" dirty="0"/>
              <a:t> </a:t>
            </a:r>
            <a:r>
              <a:rPr lang="en-US" sz="2600" b="1" dirty="0" err="1"/>
              <a:t>на</a:t>
            </a:r>
            <a:r>
              <a:rPr lang="en-US" sz="2600" b="1" dirty="0"/>
              <a:t> </a:t>
            </a:r>
            <a:r>
              <a:rPr lang="en-US" sz="2600" b="1" dirty="0" err="1"/>
              <a:t>волана</a:t>
            </a:r>
            <a:r>
              <a:rPr lang="en-US" sz="2600" b="1" dirty="0"/>
              <a:t> и </a:t>
            </a:r>
            <a:r>
              <a:rPr lang="en-US" sz="2600" b="1" dirty="0" err="1"/>
              <a:t>маневриране</a:t>
            </a:r>
            <a:r>
              <a:rPr lang="en-US" sz="2600" b="1" dirty="0"/>
              <a:t>. </a:t>
            </a:r>
            <a:r>
              <a:rPr lang="en-US" sz="2600" b="1" dirty="0" err="1"/>
              <a:t>Второто</a:t>
            </a:r>
            <a:r>
              <a:rPr lang="en-US" sz="2600" b="1" dirty="0"/>
              <a:t> </a:t>
            </a:r>
            <a:r>
              <a:rPr lang="en-US" sz="2600" b="1" dirty="0" err="1"/>
              <a:t>ниво</a:t>
            </a:r>
            <a:r>
              <a:rPr lang="en-US" sz="2600" b="1" dirty="0"/>
              <a:t> е </a:t>
            </a:r>
            <a:r>
              <a:rPr lang="en-US" sz="2600" b="1" dirty="0" err="1"/>
              <a:t>свързано</a:t>
            </a:r>
            <a:r>
              <a:rPr lang="en-US" sz="2600" b="1" dirty="0"/>
              <a:t> с </a:t>
            </a:r>
            <a:r>
              <a:rPr lang="en-US" sz="2600" b="1" dirty="0" err="1"/>
              <a:t>поведението</a:t>
            </a:r>
            <a:r>
              <a:rPr lang="en-US" sz="2600" b="1" dirty="0"/>
              <a:t> в </a:t>
            </a:r>
            <a:r>
              <a:rPr lang="en-US" sz="2600" b="1" dirty="0" err="1"/>
              <a:t>пътната</a:t>
            </a:r>
            <a:r>
              <a:rPr lang="en-US" sz="2600" b="1" dirty="0"/>
              <a:t> </a:t>
            </a:r>
            <a:r>
              <a:rPr lang="en-US" sz="2600" b="1" dirty="0" err="1"/>
              <a:t>среда</a:t>
            </a:r>
            <a:r>
              <a:rPr lang="en-US" sz="2600" b="1" dirty="0"/>
              <a:t> – </a:t>
            </a:r>
            <a:r>
              <a:rPr lang="en-US" sz="2600" b="1" dirty="0" err="1"/>
              <a:t>спазване</a:t>
            </a:r>
            <a:r>
              <a:rPr lang="en-US" sz="2600" b="1" dirty="0"/>
              <a:t> </a:t>
            </a:r>
            <a:r>
              <a:rPr lang="en-US" sz="2600" b="1" dirty="0" err="1"/>
              <a:t>на</a:t>
            </a:r>
            <a:r>
              <a:rPr lang="en-US" sz="2600" b="1" dirty="0"/>
              <a:t> </a:t>
            </a:r>
            <a:r>
              <a:rPr lang="en-US" sz="2600" b="1" dirty="0" err="1"/>
              <a:t>знаци</a:t>
            </a:r>
            <a:r>
              <a:rPr lang="en-US" sz="2600" b="1" dirty="0"/>
              <a:t>, </a:t>
            </a:r>
            <a:r>
              <a:rPr lang="en-US" sz="2600" b="1" dirty="0" err="1"/>
              <a:t>движение</a:t>
            </a:r>
            <a:r>
              <a:rPr lang="en-US" sz="2600" b="1" dirty="0"/>
              <a:t> в </a:t>
            </a:r>
            <a:r>
              <a:rPr lang="en-US" sz="2600" b="1" dirty="0" err="1"/>
              <a:t>кръстовища</a:t>
            </a:r>
            <a:r>
              <a:rPr lang="en-US" sz="2600" b="1" dirty="0"/>
              <a:t> и </a:t>
            </a:r>
            <a:r>
              <a:rPr lang="en-US" sz="2600" b="1" dirty="0" err="1"/>
              <a:t>взаимодействие</a:t>
            </a:r>
            <a:r>
              <a:rPr lang="en-US" sz="2600" b="1" dirty="0"/>
              <a:t> с </a:t>
            </a:r>
            <a:r>
              <a:rPr lang="en-US" sz="2600" b="1" dirty="0" err="1"/>
              <a:t>останалите</a:t>
            </a:r>
            <a:r>
              <a:rPr lang="en-US" sz="2600" b="1" dirty="0"/>
              <a:t> </a:t>
            </a:r>
            <a:r>
              <a:rPr lang="en-US" sz="2600" b="1" dirty="0" err="1"/>
              <a:t>участници</a:t>
            </a:r>
            <a:r>
              <a:rPr lang="en-US" sz="2600" b="1" dirty="0"/>
              <a:t> в </a:t>
            </a:r>
            <a:r>
              <a:rPr lang="en-US" sz="2600" b="1" dirty="0" err="1"/>
              <a:t>движението</a:t>
            </a:r>
            <a:r>
              <a:rPr lang="en-US" sz="2600" b="1" dirty="0"/>
              <a:t>.</a:t>
            </a:r>
            <a:br>
              <a:rPr lang="en-US" sz="2600" b="1" dirty="0"/>
            </a:br>
            <a:r>
              <a:rPr lang="en-US" sz="2600" b="1" dirty="0"/>
              <a:t/>
            </a:r>
            <a:br>
              <a:rPr lang="en-US" sz="2600" b="1" dirty="0"/>
            </a:br>
            <a:r>
              <a:rPr lang="en-US" sz="2600" b="1" dirty="0" err="1"/>
              <a:t>Третото</a:t>
            </a:r>
            <a:r>
              <a:rPr lang="en-US" sz="2600" b="1" dirty="0"/>
              <a:t> </a:t>
            </a:r>
            <a:r>
              <a:rPr lang="en-US" sz="2600" b="1" dirty="0" err="1"/>
              <a:t>ниво</a:t>
            </a:r>
            <a:r>
              <a:rPr lang="en-US" sz="2600" b="1" dirty="0"/>
              <a:t> </a:t>
            </a:r>
            <a:r>
              <a:rPr lang="en-US" sz="2600" b="1" dirty="0" err="1"/>
              <a:t>разглежда</a:t>
            </a:r>
            <a:r>
              <a:rPr lang="en-US" sz="2600" b="1" dirty="0"/>
              <a:t> </a:t>
            </a:r>
            <a:r>
              <a:rPr lang="en-US" sz="2600" b="1" dirty="0" err="1"/>
              <a:t>фактори</a:t>
            </a:r>
            <a:r>
              <a:rPr lang="en-US" sz="2600" b="1" dirty="0"/>
              <a:t> </a:t>
            </a:r>
            <a:r>
              <a:rPr lang="en-US" sz="2600" b="1" dirty="0" err="1"/>
              <a:t>като</a:t>
            </a:r>
            <a:r>
              <a:rPr lang="en-US" sz="2600" b="1" dirty="0"/>
              <a:t> </a:t>
            </a:r>
            <a:r>
              <a:rPr lang="en-US" sz="2600" b="1" dirty="0" err="1"/>
              <a:t>умора</a:t>
            </a:r>
            <a:r>
              <a:rPr lang="en-US" sz="2600" b="1" dirty="0"/>
              <a:t>, </a:t>
            </a:r>
            <a:r>
              <a:rPr lang="en-US" sz="2600" b="1" dirty="0" err="1"/>
              <a:t>бързане</a:t>
            </a:r>
            <a:r>
              <a:rPr lang="en-US" sz="2600" b="1" dirty="0"/>
              <a:t>, </a:t>
            </a:r>
            <a:r>
              <a:rPr lang="en-US" sz="2600" b="1" dirty="0" err="1"/>
              <a:t>шофиране</a:t>
            </a:r>
            <a:r>
              <a:rPr lang="en-US" sz="2600" b="1" dirty="0"/>
              <a:t> </a:t>
            </a:r>
            <a:r>
              <a:rPr lang="en-US" sz="2600" b="1" dirty="0" err="1"/>
              <a:t>нощем</a:t>
            </a:r>
            <a:r>
              <a:rPr lang="en-US" sz="2600" b="1" dirty="0"/>
              <a:t> и </a:t>
            </a:r>
            <a:r>
              <a:rPr lang="en-US" sz="2600" b="1" dirty="0" err="1"/>
              <a:t>влияние</a:t>
            </a:r>
            <a:r>
              <a:rPr lang="en-US" sz="2600" b="1" dirty="0"/>
              <a:t> </a:t>
            </a:r>
            <a:r>
              <a:rPr lang="en-US" sz="2600" b="1" dirty="0" err="1"/>
              <a:t>на</a:t>
            </a:r>
            <a:r>
              <a:rPr lang="en-US" sz="2600" b="1" dirty="0"/>
              <a:t> </a:t>
            </a:r>
            <a:r>
              <a:rPr lang="en-US" sz="2600" b="1" dirty="0" err="1"/>
              <a:t>пътниците</a:t>
            </a:r>
            <a:r>
              <a:rPr lang="en-US" sz="2600" b="1" dirty="0"/>
              <a:t>. </a:t>
            </a:r>
            <a:r>
              <a:rPr lang="en-US" sz="2600" b="1" dirty="0" err="1"/>
              <a:t>Четвъртото</a:t>
            </a:r>
            <a:r>
              <a:rPr lang="en-US" sz="2600" b="1" dirty="0"/>
              <a:t> </a:t>
            </a:r>
            <a:r>
              <a:rPr lang="en-US" sz="2600" b="1" dirty="0" err="1"/>
              <a:t>ниво</a:t>
            </a:r>
            <a:r>
              <a:rPr lang="en-US" sz="2600" b="1" dirty="0"/>
              <a:t> е </a:t>
            </a:r>
            <a:r>
              <a:rPr lang="en-US" sz="2600" b="1" dirty="0" err="1"/>
              <a:t>свързано</a:t>
            </a:r>
            <a:r>
              <a:rPr lang="en-US" sz="2600" b="1" dirty="0"/>
              <a:t> с </a:t>
            </a:r>
            <a:r>
              <a:rPr lang="en-US" sz="2600" b="1" dirty="0" err="1"/>
              <a:t>личността</a:t>
            </a:r>
            <a:r>
              <a:rPr lang="en-US" sz="2600" b="1" dirty="0"/>
              <a:t> </a:t>
            </a:r>
            <a:r>
              <a:rPr lang="en-US" sz="2600" b="1" dirty="0" err="1"/>
              <a:t>на</a:t>
            </a:r>
            <a:r>
              <a:rPr lang="en-US" sz="2600" b="1" dirty="0"/>
              <a:t> </a:t>
            </a:r>
            <a:r>
              <a:rPr lang="en-US" sz="2600" b="1" dirty="0" err="1"/>
              <a:t>водача</a:t>
            </a:r>
            <a:r>
              <a:rPr lang="en-US" sz="2600" b="1" dirty="0"/>
              <a:t> – </a:t>
            </a:r>
            <a:r>
              <a:rPr lang="en-US" sz="2600" b="1" dirty="0" err="1"/>
              <a:t>самоконтрол</a:t>
            </a:r>
            <a:r>
              <a:rPr lang="en-US" sz="2600" b="1" dirty="0"/>
              <a:t>, </a:t>
            </a:r>
            <a:r>
              <a:rPr lang="en-US" sz="2600" b="1" dirty="0" err="1"/>
              <a:t>агресия</a:t>
            </a:r>
            <a:r>
              <a:rPr lang="en-US" sz="2600" b="1" dirty="0"/>
              <a:t>, </a:t>
            </a:r>
            <a:r>
              <a:rPr lang="en-US" sz="2600" b="1" dirty="0" err="1"/>
              <a:t>отношение</a:t>
            </a:r>
            <a:r>
              <a:rPr lang="en-US" sz="2600" b="1" dirty="0"/>
              <a:t> </a:t>
            </a:r>
            <a:r>
              <a:rPr lang="en-US" sz="2600" b="1" dirty="0" err="1"/>
              <a:t>към</a:t>
            </a:r>
            <a:r>
              <a:rPr lang="en-US" sz="2600" b="1" dirty="0"/>
              <a:t> </a:t>
            </a:r>
            <a:r>
              <a:rPr lang="en-US" sz="2600" b="1" dirty="0" err="1"/>
              <a:t>правилата</a:t>
            </a:r>
            <a:r>
              <a:rPr lang="en-US" sz="2600" b="1" dirty="0"/>
              <a:t> и </a:t>
            </a:r>
            <a:r>
              <a:rPr lang="en-US" sz="2600" b="1" dirty="0" err="1"/>
              <a:t>склонност</a:t>
            </a:r>
            <a:r>
              <a:rPr lang="en-US" sz="2600" b="1" dirty="0"/>
              <a:t> </a:t>
            </a:r>
            <a:r>
              <a:rPr lang="en-US" sz="2600" b="1" dirty="0" err="1"/>
              <a:t>към</a:t>
            </a:r>
            <a:r>
              <a:rPr lang="en-US" sz="2600" b="1" dirty="0"/>
              <a:t> </a:t>
            </a:r>
            <a:r>
              <a:rPr lang="en-US" sz="2600" b="1" dirty="0" err="1"/>
              <a:t>риск</a:t>
            </a:r>
            <a:r>
              <a:rPr lang="en-US" sz="2600" b="1" dirty="0"/>
              <a:t>.</a:t>
            </a:r>
            <a:br>
              <a:rPr lang="en-US" sz="2600" b="1" dirty="0"/>
            </a:br>
            <a:r>
              <a:rPr lang="en-US" sz="2600" b="1" dirty="0"/>
              <a:t/>
            </a:r>
            <a:br>
              <a:rPr lang="en-US" sz="2600" b="1" dirty="0"/>
            </a:br>
            <a:r>
              <a:rPr lang="en-US" sz="2600" b="1" dirty="0" err="1"/>
              <a:t>Матрицата</a:t>
            </a:r>
            <a:r>
              <a:rPr lang="en-US" sz="2600" b="1" dirty="0"/>
              <a:t> </a:t>
            </a:r>
            <a:r>
              <a:rPr lang="en-US" sz="2600" b="1" dirty="0" err="1"/>
              <a:t>показва</a:t>
            </a:r>
            <a:r>
              <a:rPr lang="en-US" sz="2600" b="1" dirty="0"/>
              <a:t>, </a:t>
            </a:r>
            <a:r>
              <a:rPr lang="en-US" sz="2600" b="1" dirty="0" err="1"/>
              <a:t>че</a:t>
            </a:r>
            <a:r>
              <a:rPr lang="en-US" sz="2600" b="1" dirty="0"/>
              <a:t> </a:t>
            </a:r>
            <a:r>
              <a:rPr lang="en-US" sz="2600" b="1" dirty="0" err="1"/>
              <a:t>безопасното</a:t>
            </a:r>
            <a:r>
              <a:rPr lang="en-US" sz="2600" b="1" dirty="0"/>
              <a:t> </a:t>
            </a:r>
            <a:r>
              <a:rPr lang="en-US" sz="2600" b="1" dirty="0" err="1"/>
              <a:t>поведение</a:t>
            </a:r>
            <a:r>
              <a:rPr lang="en-US" sz="2600" b="1" dirty="0"/>
              <a:t> </a:t>
            </a:r>
            <a:r>
              <a:rPr lang="en-US" sz="2600" b="1" dirty="0" err="1"/>
              <a:t>зависи</a:t>
            </a:r>
            <a:r>
              <a:rPr lang="en-US" sz="2600" b="1" dirty="0"/>
              <a:t> </a:t>
            </a:r>
            <a:r>
              <a:rPr lang="en-US" sz="2600" b="1" dirty="0" err="1"/>
              <a:t>не</a:t>
            </a:r>
            <a:r>
              <a:rPr lang="en-US" sz="2600" b="1" dirty="0"/>
              <a:t> </a:t>
            </a:r>
            <a:r>
              <a:rPr lang="en-US" sz="2600" b="1" dirty="0" err="1"/>
              <a:t>само</a:t>
            </a:r>
            <a:r>
              <a:rPr lang="en-US" sz="2600" b="1" dirty="0"/>
              <a:t> </a:t>
            </a:r>
            <a:r>
              <a:rPr lang="en-US" sz="2600" b="1" dirty="0" err="1"/>
              <a:t>от</a:t>
            </a:r>
            <a:r>
              <a:rPr lang="en-US" sz="2600" b="1" dirty="0"/>
              <a:t> </a:t>
            </a:r>
            <a:r>
              <a:rPr lang="en-US" sz="2600" b="1" dirty="0" err="1"/>
              <a:t>техническите</a:t>
            </a:r>
            <a:r>
              <a:rPr lang="en-US" sz="2600" b="1" dirty="0"/>
              <a:t> </a:t>
            </a:r>
            <a:r>
              <a:rPr lang="en-US" sz="2600" b="1" dirty="0" err="1"/>
              <a:t>умения</a:t>
            </a:r>
            <a:r>
              <a:rPr lang="en-US" sz="2600" b="1" dirty="0"/>
              <a:t>, а и </a:t>
            </a:r>
            <a:r>
              <a:rPr lang="en-US" sz="2600" b="1" dirty="0" err="1"/>
              <a:t>от</a:t>
            </a:r>
            <a:r>
              <a:rPr lang="en-US" sz="2600" b="1" dirty="0"/>
              <a:t> </a:t>
            </a:r>
            <a:r>
              <a:rPr lang="en-US" sz="2600" b="1" dirty="0" err="1"/>
              <a:t>начина</a:t>
            </a:r>
            <a:r>
              <a:rPr lang="en-US" sz="2600" b="1" dirty="0"/>
              <a:t> </a:t>
            </a:r>
            <a:r>
              <a:rPr lang="en-US" sz="2600" b="1" dirty="0" err="1"/>
              <a:t>на</a:t>
            </a:r>
            <a:r>
              <a:rPr lang="en-US" sz="2600" b="1" dirty="0"/>
              <a:t> </a:t>
            </a:r>
            <a:r>
              <a:rPr lang="en-US" sz="2600" b="1" dirty="0" err="1"/>
              <a:t>мислене</a:t>
            </a:r>
            <a:r>
              <a:rPr lang="en-US" sz="2600" b="1" dirty="0"/>
              <a:t> и </a:t>
            </a:r>
            <a:r>
              <a:rPr lang="en-US" sz="2600" b="1" dirty="0" err="1"/>
              <a:t>личната</a:t>
            </a:r>
            <a:r>
              <a:rPr lang="en-US" sz="2600" b="1" dirty="0"/>
              <a:t> </a:t>
            </a:r>
            <a:r>
              <a:rPr lang="en-US" sz="2600" b="1" dirty="0" err="1"/>
              <a:t>отговорност</a:t>
            </a:r>
            <a:r>
              <a:rPr lang="en-US" sz="2600" b="1" dirty="0"/>
              <a:t> </a:t>
            </a:r>
            <a:r>
              <a:rPr lang="en-US" sz="2600" b="1" dirty="0" err="1"/>
              <a:t>на</a:t>
            </a:r>
            <a:r>
              <a:rPr lang="en-US" sz="2600" b="1" dirty="0"/>
              <a:t> </a:t>
            </a:r>
            <a:r>
              <a:rPr lang="en-US" sz="2600" b="1" dirty="0" err="1"/>
              <a:t>водача</a:t>
            </a:r>
            <a:r>
              <a:rPr lang="en-US" sz="2600" b="1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941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1136376" y="306271"/>
            <a:ext cx="9601196" cy="1303867"/>
          </a:xfrm>
        </p:spPr>
        <p:txBody>
          <a:bodyPr/>
          <a:lstStyle/>
          <a:p>
            <a:r>
              <a:rPr lang="en-US" b="1" dirty="0" err="1"/>
              <a:t>Практическият</a:t>
            </a:r>
            <a:r>
              <a:rPr lang="en-US" b="1" dirty="0"/>
              <a:t> </a:t>
            </a:r>
            <a:r>
              <a:rPr lang="en-US" b="1" dirty="0" err="1"/>
              <a:t>изпит</a:t>
            </a:r>
            <a:r>
              <a:rPr lang="en-US" b="1" dirty="0"/>
              <a:t> </a:t>
            </a:r>
            <a:r>
              <a:rPr lang="en-US" b="1" dirty="0" err="1"/>
              <a:t>на</a:t>
            </a:r>
            <a:r>
              <a:rPr lang="en-US" b="1" dirty="0"/>
              <a:t> </a:t>
            </a:r>
            <a:r>
              <a:rPr lang="en-US" b="1" dirty="0" err="1"/>
              <a:t>водачи</a:t>
            </a:r>
            <a:endParaRPr lang="en-US" dirty="0"/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1136376" y="1610138"/>
            <a:ext cx="9889434" cy="5353877"/>
          </a:xfrm>
        </p:spPr>
        <p:txBody>
          <a:bodyPr>
            <a:normAutofit fontScale="40000" lnSpcReduction="20000"/>
          </a:bodyPr>
          <a:lstStyle/>
          <a:p>
            <a:r>
              <a:rPr lang="en-US" sz="4900" b="1" dirty="0" err="1"/>
              <a:t>Практическият</a:t>
            </a:r>
            <a:r>
              <a:rPr lang="en-US" sz="4900" b="1" dirty="0"/>
              <a:t> </a:t>
            </a:r>
            <a:r>
              <a:rPr lang="en-US" sz="4900" b="1" dirty="0" err="1"/>
              <a:t>изпит</a:t>
            </a:r>
            <a:r>
              <a:rPr lang="en-US" sz="4900" b="1" dirty="0"/>
              <a:t> </a:t>
            </a:r>
            <a:r>
              <a:rPr lang="en-US" sz="4900" b="1" dirty="0" err="1"/>
              <a:t>има</a:t>
            </a:r>
            <a:r>
              <a:rPr lang="en-US" sz="4900" b="1" dirty="0"/>
              <a:t> </a:t>
            </a:r>
            <a:r>
              <a:rPr lang="en-US" sz="4900" b="1" dirty="0" err="1"/>
              <a:t>за</a:t>
            </a:r>
            <a:r>
              <a:rPr lang="en-US" sz="4900" b="1" dirty="0"/>
              <a:t> </a:t>
            </a:r>
            <a:r>
              <a:rPr lang="en-US" sz="4900" b="1" dirty="0" err="1"/>
              <a:t>цел</a:t>
            </a:r>
            <a:r>
              <a:rPr lang="en-US" sz="4900" b="1" dirty="0"/>
              <a:t> </a:t>
            </a:r>
            <a:r>
              <a:rPr lang="en-US" sz="4900" b="1" dirty="0" err="1"/>
              <a:t>да</a:t>
            </a:r>
            <a:r>
              <a:rPr lang="en-US" sz="4900" b="1" dirty="0"/>
              <a:t> </a:t>
            </a:r>
            <a:r>
              <a:rPr lang="en-US" sz="4900" b="1" dirty="0" err="1"/>
              <a:t>установи</a:t>
            </a:r>
            <a:r>
              <a:rPr lang="en-US" sz="4900" b="1" dirty="0"/>
              <a:t> </a:t>
            </a:r>
            <a:r>
              <a:rPr lang="en-US" sz="4900" b="1" dirty="0" err="1"/>
              <a:t>дали</a:t>
            </a:r>
            <a:r>
              <a:rPr lang="en-US" sz="4900" b="1" dirty="0"/>
              <a:t> </a:t>
            </a:r>
            <a:r>
              <a:rPr lang="en-US" sz="4900" b="1" dirty="0" err="1"/>
              <a:t>кандидатът</a:t>
            </a:r>
            <a:r>
              <a:rPr lang="en-US" sz="4900" b="1" dirty="0"/>
              <a:t> </a:t>
            </a:r>
            <a:r>
              <a:rPr lang="en-US" sz="4900" b="1" dirty="0" err="1"/>
              <a:t>притежава</a:t>
            </a:r>
            <a:r>
              <a:rPr lang="en-US" sz="4900" b="1" dirty="0"/>
              <a:t> </a:t>
            </a:r>
            <a:r>
              <a:rPr lang="en-US" sz="4900" b="1" dirty="0" err="1"/>
              <a:t>необходимите</a:t>
            </a:r>
            <a:r>
              <a:rPr lang="en-US" sz="4900" b="1" dirty="0"/>
              <a:t> </a:t>
            </a:r>
            <a:r>
              <a:rPr lang="en-US" sz="4900" b="1" dirty="0" err="1"/>
              <a:t>знания</a:t>
            </a:r>
            <a:r>
              <a:rPr lang="en-US" sz="4900" b="1" dirty="0"/>
              <a:t>, </a:t>
            </a:r>
            <a:r>
              <a:rPr lang="en-US" sz="4900" b="1" dirty="0" err="1"/>
              <a:t>умения</a:t>
            </a:r>
            <a:r>
              <a:rPr lang="en-US" sz="4900" b="1" dirty="0"/>
              <a:t> и </a:t>
            </a:r>
            <a:r>
              <a:rPr lang="en-US" sz="4900" b="1" dirty="0" err="1"/>
              <a:t>поведение</a:t>
            </a:r>
            <a:r>
              <a:rPr lang="en-US" sz="4900" b="1" dirty="0"/>
              <a:t> </a:t>
            </a:r>
            <a:r>
              <a:rPr lang="en-US" sz="4900" b="1" dirty="0" err="1"/>
              <a:t>за</a:t>
            </a:r>
            <a:r>
              <a:rPr lang="en-US" sz="4900" b="1" dirty="0"/>
              <a:t> </a:t>
            </a:r>
            <a:r>
              <a:rPr lang="en-US" sz="4900" b="1" dirty="0" err="1"/>
              <a:t>безопасно</a:t>
            </a:r>
            <a:r>
              <a:rPr lang="en-US" sz="4900" b="1" dirty="0"/>
              <a:t> </a:t>
            </a:r>
            <a:r>
              <a:rPr lang="en-US" sz="4900" b="1" dirty="0" err="1"/>
              <a:t>участие</a:t>
            </a:r>
            <a:r>
              <a:rPr lang="en-US" sz="4900" b="1" dirty="0"/>
              <a:t> в </a:t>
            </a:r>
            <a:r>
              <a:rPr lang="en-US" sz="4900" b="1" dirty="0" err="1"/>
              <a:t>движението</a:t>
            </a:r>
            <a:r>
              <a:rPr lang="en-US" sz="4900" b="1" dirty="0" smtClean="0"/>
              <a:t>.</a:t>
            </a:r>
            <a:endParaRPr lang="bg-BG" sz="4900" b="1" dirty="0" smtClean="0"/>
          </a:p>
          <a:p>
            <a:r>
              <a:rPr lang="en-US" sz="4900" b="1" dirty="0"/>
              <a:t/>
            </a:r>
            <a:br>
              <a:rPr lang="en-US" sz="4900" b="1" dirty="0"/>
            </a:br>
            <a:r>
              <a:rPr lang="en-US" sz="4900" b="1" dirty="0" err="1" smtClean="0"/>
              <a:t>По</a:t>
            </a:r>
            <a:r>
              <a:rPr lang="en-US" sz="4900" b="1" dirty="0" smtClean="0"/>
              <a:t> </a:t>
            </a:r>
            <a:r>
              <a:rPr lang="en-US" sz="4900" b="1" dirty="0" err="1"/>
              <a:t>време</a:t>
            </a:r>
            <a:r>
              <a:rPr lang="en-US" sz="4900" b="1" dirty="0"/>
              <a:t> </a:t>
            </a:r>
            <a:r>
              <a:rPr lang="en-US" sz="4900" b="1" dirty="0" err="1"/>
              <a:t>на</a:t>
            </a:r>
            <a:r>
              <a:rPr lang="en-US" sz="4900" b="1" dirty="0"/>
              <a:t> </a:t>
            </a:r>
            <a:r>
              <a:rPr lang="en-US" sz="4900" b="1" dirty="0" err="1"/>
              <a:t>изпита</a:t>
            </a:r>
            <a:r>
              <a:rPr lang="en-US" sz="4900" b="1" dirty="0"/>
              <a:t> </a:t>
            </a:r>
            <a:r>
              <a:rPr lang="en-US" sz="4900" b="1" dirty="0" err="1"/>
              <a:t>се</a:t>
            </a:r>
            <a:r>
              <a:rPr lang="en-US" sz="4900" b="1" dirty="0"/>
              <a:t> </a:t>
            </a:r>
            <a:r>
              <a:rPr lang="en-US" sz="4900" b="1" dirty="0" err="1"/>
              <a:t>оценяват</a:t>
            </a:r>
            <a:r>
              <a:rPr lang="en-US" sz="4900" b="1" dirty="0"/>
              <a:t> </a:t>
            </a:r>
            <a:r>
              <a:rPr lang="en-US" sz="4900" b="1" dirty="0" err="1"/>
              <a:t>управлението</a:t>
            </a:r>
            <a:r>
              <a:rPr lang="en-US" sz="4900" b="1" dirty="0"/>
              <a:t> </a:t>
            </a:r>
            <a:r>
              <a:rPr lang="en-US" sz="4900" b="1" dirty="0" err="1"/>
              <a:t>на</a:t>
            </a:r>
            <a:r>
              <a:rPr lang="en-US" sz="4900" b="1" dirty="0"/>
              <a:t> </a:t>
            </a:r>
            <a:r>
              <a:rPr lang="en-US" sz="4900" b="1" dirty="0" err="1"/>
              <a:t>автомобила</a:t>
            </a:r>
            <a:r>
              <a:rPr lang="en-US" sz="4900" b="1" dirty="0"/>
              <a:t>, </a:t>
            </a:r>
            <a:r>
              <a:rPr lang="en-US" sz="4900" b="1" dirty="0" err="1"/>
              <a:t>изпълнението</a:t>
            </a:r>
            <a:r>
              <a:rPr lang="en-US" sz="4900" b="1" dirty="0"/>
              <a:t> </a:t>
            </a:r>
            <a:r>
              <a:rPr lang="en-US" sz="4900" b="1" dirty="0" err="1"/>
              <a:t>на</a:t>
            </a:r>
            <a:r>
              <a:rPr lang="en-US" sz="4900" b="1" dirty="0"/>
              <a:t> </a:t>
            </a:r>
            <a:r>
              <a:rPr lang="en-US" sz="4900" b="1" dirty="0" err="1"/>
              <a:t>маневри</a:t>
            </a:r>
            <a:r>
              <a:rPr lang="en-US" sz="4900" b="1" dirty="0"/>
              <a:t>, </a:t>
            </a:r>
            <a:r>
              <a:rPr lang="en-US" sz="4900" b="1" dirty="0" err="1"/>
              <a:t>спазването</a:t>
            </a:r>
            <a:r>
              <a:rPr lang="en-US" sz="4900" b="1" dirty="0"/>
              <a:t> </a:t>
            </a:r>
            <a:r>
              <a:rPr lang="en-US" sz="4900" b="1" dirty="0" err="1"/>
              <a:t>на</a:t>
            </a:r>
            <a:r>
              <a:rPr lang="en-US" sz="4900" b="1" dirty="0"/>
              <a:t> </a:t>
            </a:r>
            <a:r>
              <a:rPr lang="en-US" sz="4900" b="1" dirty="0" err="1"/>
              <a:t>правилата</a:t>
            </a:r>
            <a:r>
              <a:rPr lang="en-US" sz="4900" b="1" dirty="0"/>
              <a:t> </a:t>
            </a:r>
            <a:r>
              <a:rPr lang="en-US" sz="4900" b="1" dirty="0" err="1"/>
              <a:t>за</a:t>
            </a:r>
            <a:r>
              <a:rPr lang="en-US" sz="4900" b="1" dirty="0"/>
              <a:t> </a:t>
            </a:r>
            <a:r>
              <a:rPr lang="en-US" sz="4900" b="1" dirty="0" err="1"/>
              <a:t>движение</a:t>
            </a:r>
            <a:r>
              <a:rPr lang="en-US" sz="4900" b="1" dirty="0"/>
              <a:t> и </a:t>
            </a:r>
            <a:r>
              <a:rPr lang="en-US" sz="4900" b="1" dirty="0" err="1"/>
              <a:t>реакциите</a:t>
            </a:r>
            <a:r>
              <a:rPr lang="en-US" sz="4900" b="1" dirty="0"/>
              <a:t> в </a:t>
            </a:r>
            <a:r>
              <a:rPr lang="en-US" sz="4900" b="1" dirty="0" err="1"/>
              <a:t>различни</a:t>
            </a:r>
            <a:r>
              <a:rPr lang="en-US" sz="4900" b="1" dirty="0"/>
              <a:t> </a:t>
            </a:r>
            <a:r>
              <a:rPr lang="en-US" sz="4900" b="1" dirty="0" err="1"/>
              <a:t>пътни</a:t>
            </a:r>
            <a:r>
              <a:rPr lang="en-US" sz="4900" b="1" dirty="0"/>
              <a:t> </a:t>
            </a:r>
            <a:r>
              <a:rPr lang="en-US" sz="4900" b="1" dirty="0" err="1"/>
              <a:t>ситуации</a:t>
            </a:r>
            <a:r>
              <a:rPr lang="en-US" sz="4900" b="1" dirty="0"/>
              <a:t>.</a:t>
            </a:r>
            <a:br>
              <a:rPr lang="en-US" sz="4900" b="1" dirty="0"/>
            </a:br>
            <a:r>
              <a:rPr lang="en-US" sz="4900" b="1" dirty="0"/>
              <a:t/>
            </a:r>
            <a:br>
              <a:rPr lang="en-US" sz="4900" b="1" dirty="0"/>
            </a:br>
            <a:r>
              <a:rPr lang="en-US" sz="4900" b="1" dirty="0" err="1"/>
              <a:t>Изпитващият</a:t>
            </a:r>
            <a:r>
              <a:rPr lang="en-US" sz="4900" b="1" dirty="0"/>
              <a:t> </a:t>
            </a:r>
            <a:r>
              <a:rPr lang="en-US" sz="4900" b="1" dirty="0" err="1"/>
              <a:t>следи</a:t>
            </a:r>
            <a:r>
              <a:rPr lang="en-US" sz="4900" b="1" dirty="0"/>
              <a:t> </a:t>
            </a:r>
            <a:r>
              <a:rPr lang="en-US" sz="4900" b="1" dirty="0" err="1"/>
              <a:t>дали</a:t>
            </a:r>
            <a:r>
              <a:rPr lang="en-US" sz="4900" b="1" dirty="0"/>
              <a:t> </a:t>
            </a:r>
            <a:r>
              <a:rPr lang="en-US" sz="4900" b="1" dirty="0" err="1"/>
              <a:t>кандидатът</a:t>
            </a:r>
            <a:r>
              <a:rPr lang="en-US" sz="4900" b="1" dirty="0"/>
              <a:t> </a:t>
            </a:r>
            <a:r>
              <a:rPr lang="en-US" sz="4900" b="1" dirty="0" err="1"/>
              <a:t>наблюдава</a:t>
            </a:r>
            <a:r>
              <a:rPr lang="en-US" sz="4900" b="1" dirty="0"/>
              <a:t> </a:t>
            </a:r>
            <a:r>
              <a:rPr lang="en-US" sz="4900" b="1" dirty="0" err="1"/>
              <a:t>пътната</a:t>
            </a:r>
            <a:r>
              <a:rPr lang="en-US" sz="4900" b="1" dirty="0"/>
              <a:t> </a:t>
            </a:r>
            <a:r>
              <a:rPr lang="en-US" sz="4900" b="1" dirty="0" err="1"/>
              <a:t>среда</a:t>
            </a:r>
            <a:r>
              <a:rPr lang="en-US" sz="4900" b="1" dirty="0"/>
              <a:t>, </a:t>
            </a:r>
            <a:r>
              <a:rPr lang="en-US" sz="4900" b="1" dirty="0" err="1"/>
              <a:t>дали</a:t>
            </a:r>
            <a:r>
              <a:rPr lang="en-US" sz="4900" b="1" dirty="0"/>
              <a:t> </a:t>
            </a:r>
            <a:r>
              <a:rPr lang="en-US" sz="4900" b="1" dirty="0" err="1"/>
              <a:t>предвижда</a:t>
            </a:r>
            <a:r>
              <a:rPr lang="en-US" sz="4900" b="1" dirty="0"/>
              <a:t> </a:t>
            </a:r>
            <a:r>
              <a:rPr lang="en-US" sz="4900" b="1" dirty="0" err="1"/>
              <a:t>опасности</a:t>
            </a:r>
            <a:r>
              <a:rPr lang="en-US" sz="4900" b="1" dirty="0"/>
              <a:t> и </a:t>
            </a:r>
            <a:r>
              <a:rPr lang="en-US" sz="4900" b="1" dirty="0" err="1"/>
              <a:t>дали</a:t>
            </a:r>
            <a:r>
              <a:rPr lang="en-US" sz="4900" b="1" dirty="0"/>
              <a:t> </a:t>
            </a:r>
            <a:r>
              <a:rPr lang="en-US" sz="4900" b="1" dirty="0" err="1"/>
              <a:t>взема</a:t>
            </a:r>
            <a:r>
              <a:rPr lang="en-US" sz="4900" b="1" dirty="0"/>
              <a:t> </a:t>
            </a:r>
            <a:r>
              <a:rPr lang="en-US" sz="4900" b="1" dirty="0" err="1"/>
              <a:t>правилни</a:t>
            </a:r>
            <a:r>
              <a:rPr lang="en-US" sz="4900" b="1" dirty="0"/>
              <a:t> </a:t>
            </a:r>
            <a:r>
              <a:rPr lang="en-US" sz="4900" b="1" dirty="0" err="1"/>
              <a:t>решения</a:t>
            </a:r>
            <a:r>
              <a:rPr lang="en-US" sz="4900" b="1" dirty="0"/>
              <a:t>. </a:t>
            </a:r>
            <a:r>
              <a:rPr lang="en-US" sz="4900" b="1" dirty="0" err="1"/>
              <a:t>Оценява</a:t>
            </a:r>
            <a:r>
              <a:rPr lang="en-US" sz="4900" b="1" dirty="0"/>
              <a:t> </a:t>
            </a:r>
            <a:r>
              <a:rPr lang="en-US" sz="4900" b="1" dirty="0" err="1"/>
              <a:t>се</a:t>
            </a:r>
            <a:r>
              <a:rPr lang="en-US" sz="4900" b="1" dirty="0"/>
              <a:t> </a:t>
            </a:r>
            <a:r>
              <a:rPr lang="en-US" sz="4900" b="1" dirty="0" err="1"/>
              <a:t>също</a:t>
            </a:r>
            <a:r>
              <a:rPr lang="en-US" sz="4900" b="1" dirty="0"/>
              <a:t> </a:t>
            </a:r>
            <a:r>
              <a:rPr lang="en-US" sz="4900" b="1" dirty="0" err="1"/>
              <a:t>способността</a:t>
            </a:r>
            <a:r>
              <a:rPr lang="en-US" sz="4900" b="1" dirty="0"/>
              <a:t> </a:t>
            </a:r>
            <a:r>
              <a:rPr lang="en-US" sz="4900" b="1" dirty="0" err="1"/>
              <a:t>за</a:t>
            </a:r>
            <a:r>
              <a:rPr lang="en-US" sz="4900" b="1" dirty="0"/>
              <a:t> </a:t>
            </a:r>
            <a:r>
              <a:rPr lang="en-US" sz="4900" b="1" dirty="0" err="1"/>
              <a:t>спокойна</a:t>
            </a:r>
            <a:r>
              <a:rPr lang="en-US" sz="4900" b="1" dirty="0"/>
              <a:t> и </a:t>
            </a:r>
            <a:r>
              <a:rPr lang="en-US" sz="4900" b="1" dirty="0" err="1"/>
              <a:t>безопасна</a:t>
            </a:r>
            <a:r>
              <a:rPr lang="en-US" sz="4900" b="1" dirty="0"/>
              <a:t> </a:t>
            </a:r>
            <a:r>
              <a:rPr lang="en-US" sz="4900" b="1" dirty="0" err="1"/>
              <a:t>реакция</a:t>
            </a:r>
            <a:r>
              <a:rPr lang="en-US" sz="4900" b="1" dirty="0"/>
              <a:t> </a:t>
            </a:r>
            <a:r>
              <a:rPr lang="en-US" sz="4900" b="1" dirty="0" err="1"/>
              <a:t>при</a:t>
            </a:r>
            <a:r>
              <a:rPr lang="en-US" sz="4900" b="1" dirty="0"/>
              <a:t> </a:t>
            </a:r>
            <a:r>
              <a:rPr lang="en-US" sz="4900" b="1" dirty="0" err="1"/>
              <a:t>възникване</a:t>
            </a:r>
            <a:r>
              <a:rPr lang="en-US" sz="4900" b="1" dirty="0"/>
              <a:t> </a:t>
            </a:r>
            <a:r>
              <a:rPr lang="en-US" sz="4900" b="1" dirty="0" err="1"/>
              <a:t>на</a:t>
            </a:r>
            <a:r>
              <a:rPr lang="en-US" sz="4900" b="1" dirty="0"/>
              <a:t> </a:t>
            </a:r>
            <a:r>
              <a:rPr lang="en-US" sz="4900" b="1" dirty="0" err="1"/>
              <a:t>риск</a:t>
            </a:r>
            <a:r>
              <a:rPr lang="en-US" sz="4900" b="1" dirty="0"/>
              <a:t>.</a:t>
            </a:r>
            <a:br>
              <a:rPr lang="en-US" sz="4900" b="1" dirty="0"/>
            </a:br>
            <a:r>
              <a:rPr lang="en-US" sz="4900" b="1" dirty="0"/>
              <a:t/>
            </a:r>
            <a:br>
              <a:rPr lang="en-US" sz="4900" b="1" dirty="0"/>
            </a:br>
            <a:r>
              <a:rPr lang="en-US" sz="4500" b="1" dirty="0" err="1"/>
              <a:t>Освен</a:t>
            </a:r>
            <a:r>
              <a:rPr lang="en-US" sz="4500" b="1" dirty="0"/>
              <a:t> </a:t>
            </a:r>
            <a:r>
              <a:rPr lang="en-US" sz="4500" b="1" dirty="0" err="1"/>
              <a:t>проверка</a:t>
            </a:r>
            <a:r>
              <a:rPr lang="en-US" sz="4500" b="1" dirty="0"/>
              <a:t> </a:t>
            </a:r>
            <a:r>
              <a:rPr lang="en-US" sz="4500" b="1" dirty="0" err="1"/>
              <a:t>на</a:t>
            </a:r>
            <a:r>
              <a:rPr lang="en-US" sz="4500" b="1" dirty="0"/>
              <a:t> </a:t>
            </a:r>
            <a:r>
              <a:rPr lang="en-US" sz="4500" b="1" dirty="0" err="1"/>
              <a:t>техническите</a:t>
            </a:r>
            <a:r>
              <a:rPr lang="en-US" sz="4500" b="1" dirty="0"/>
              <a:t> </a:t>
            </a:r>
            <a:r>
              <a:rPr lang="en-US" sz="4500" b="1" dirty="0" err="1"/>
              <a:t>умения</a:t>
            </a:r>
            <a:r>
              <a:rPr lang="en-US" sz="4500" b="1" dirty="0"/>
              <a:t>, </a:t>
            </a:r>
            <a:r>
              <a:rPr lang="en-US" sz="4500" b="1" dirty="0" err="1"/>
              <a:t>практическият</a:t>
            </a:r>
            <a:r>
              <a:rPr lang="en-US" sz="4500" b="1" dirty="0"/>
              <a:t> </a:t>
            </a:r>
            <a:r>
              <a:rPr lang="en-US" sz="4500" b="1" dirty="0" err="1"/>
              <a:t>изпит</a:t>
            </a:r>
            <a:r>
              <a:rPr lang="en-US" sz="4500" b="1" dirty="0"/>
              <a:t> </a:t>
            </a:r>
            <a:r>
              <a:rPr lang="en-US" sz="4500" b="1" dirty="0" err="1"/>
              <a:t>има</a:t>
            </a:r>
            <a:r>
              <a:rPr lang="en-US" sz="4500" b="1" dirty="0"/>
              <a:t> и </a:t>
            </a:r>
            <a:r>
              <a:rPr lang="en-US" sz="4500" b="1" dirty="0" err="1"/>
              <a:t>възпитателна</a:t>
            </a:r>
            <a:r>
              <a:rPr lang="en-US" sz="4500" b="1" dirty="0"/>
              <a:t> </a:t>
            </a:r>
            <a:r>
              <a:rPr lang="en-US" sz="4500" b="1" dirty="0" err="1"/>
              <a:t>функция</a:t>
            </a:r>
            <a:r>
              <a:rPr lang="en-US" sz="4500" b="1" dirty="0"/>
              <a:t>. </a:t>
            </a:r>
            <a:r>
              <a:rPr lang="en-US" sz="4500" b="1" dirty="0" err="1"/>
              <a:t>Кандидатът</a:t>
            </a:r>
            <a:r>
              <a:rPr lang="en-US" sz="4500" b="1" dirty="0"/>
              <a:t> </a:t>
            </a:r>
            <a:r>
              <a:rPr lang="en-US" sz="4500" b="1" dirty="0" err="1"/>
              <a:t>трябва</a:t>
            </a:r>
            <a:r>
              <a:rPr lang="en-US" sz="4500" b="1" dirty="0"/>
              <a:t> </a:t>
            </a:r>
            <a:r>
              <a:rPr lang="en-US" sz="4500" b="1" dirty="0" err="1"/>
              <a:t>да</a:t>
            </a:r>
            <a:r>
              <a:rPr lang="en-US" sz="4500" b="1" dirty="0"/>
              <a:t> </a:t>
            </a:r>
            <a:r>
              <a:rPr lang="en-US" sz="4500" b="1" dirty="0" err="1"/>
              <a:t>покаже</a:t>
            </a:r>
            <a:r>
              <a:rPr lang="en-US" sz="4500" b="1" dirty="0"/>
              <a:t> </a:t>
            </a:r>
            <a:r>
              <a:rPr lang="en-US" sz="4500" b="1" dirty="0" err="1"/>
              <a:t>спокойствие</a:t>
            </a:r>
            <a:r>
              <a:rPr lang="en-US" sz="4500" b="1" dirty="0"/>
              <a:t>, </a:t>
            </a:r>
            <a:r>
              <a:rPr lang="en-US" sz="4500" b="1" dirty="0" err="1"/>
              <a:t>дисциплина</a:t>
            </a:r>
            <a:r>
              <a:rPr lang="en-US" sz="4500" b="1" dirty="0"/>
              <a:t> и </a:t>
            </a:r>
            <a:r>
              <a:rPr lang="en-US" sz="4500" b="1" dirty="0" err="1"/>
              <a:t>уважение</a:t>
            </a:r>
            <a:r>
              <a:rPr lang="en-US" sz="4500" b="1" dirty="0"/>
              <a:t> </a:t>
            </a:r>
            <a:r>
              <a:rPr lang="en-US" sz="4500" b="1" dirty="0" err="1"/>
              <a:t>към</a:t>
            </a:r>
            <a:r>
              <a:rPr lang="en-US" sz="4500" b="1" dirty="0"/>
              <a:t> </a:t>
            </a:r>
            <a:r>
              <a:rPr lang="en-US" sz="4500" b="1" dirty="0" err="1"/>
              <a:t>останалите</a:t>
            </a:r>
            <a:r>
              <a:rPr lang="en-US" sz="4500" b="1" dirty="0"/>
              <a:t> </a:t>
            </a:r>
            <a:r>
              <a:rPr lang="en-US" sz="4500" b="1" dirty="0" err="1"/>
              <a:t>участници</a:t>
            </a:r>
            <a:r>
              <a:rPr lang="en-US" sz="4500" b="1" dirty="0"/>
              <a:t> в </a:t>
            </a:r>
            <a:r>
              <a:rPr lang="en-US" sz="4500" b="1" dirty="0" err="1"/>
              <a:t>движението</a:t>
            </a:r>
            <a:r>
              <a:rPr lang="en-US" sz="4500" b="1" dirty="0"/>
              <a:t>. </a:t>
            </a:r>
            <a:r>
              <a:rPr lang="en-US" sz="4500" b="1" dirty="0" err="1"/>
              <a:t>Изпитът</a:t>
            </a:r>
            <a:r>
              <a:rPr lang="en-US" sz="4500" b="1" dirty="0"/>
              <a:t> </a:t>
            </a:r>
            <a:r>
              <a:rPr lang="en-US" sz="4500" b="1" dirty="0" err="1"/>
              <a:t>създава</a:t>
            </a:r>
            <a:r>
              <a:rPr lang="en-US" sz="4500" b="1" dirty="0"/>
              <a:t> </a:t>
            </a:r>
            <a:r>
              <a:rPr lang="en-US" sz="4500" b="1" dirty="0" err="1"/>
              <a:t>реална</a:t>
            </a:r>
            <a:r>
              <a:rPr lang="en-US" sz="4500" b="1" dirty="0"/>
              <a:t> </a:t>
            </a:r>
            <a:r>
              <a:rPr lang="en-US" sz="4500" b="1" dirty="0" err="1"/>
              <a:t>среда</a:t>
            </a:r>
            <a:r>
              <a:rPr lang="en-US" sz="4500" b="1" dirty="0"/>
              <a:t>, в </a:t>
            </a:r>
            <a:r>
              <a:rPr lang="en-US" sz="4500" b="1" dirty="0" err="1"/>
              <a:t>която</a:t>
            </a:r>
            <a:r>
              <a:rPr lang="en-US" sz="4500" b="1" dirty="0"/>
              <a:t> </a:t>
            </a:r>
            <a:r>
              <a:rPr lang="en-US" sz="4500" b="1" dirty="0" err="1"/>
              <a:t>бъдещият</a:t>
            </a:r>
            <a:r>
              <a:rPr lang="en-US" sz="4500" b="1" dirty="0"/>
              <a:t> </a:t>
            </a:r>
            <a:r>
              <a:rPr lang="en-US" sz="4500" b="1" dirty="0" err="1"/>
              <a:t>водач</a:t>
            </a:r>
            <a:r>
              <a:rPr lang="en-US" sz="4500" b="1" dirty="0"/>
              <a:t> </a:t>
            </a:r>
            <a:r>
              <a:rPr lang="en-US" sz="4500" b="1" dirty="0" err="1"/>
              <a:t>демонстрира</a:t>
            </a:r>
            <a:r>
              <a:rPr lang="en-US" sz="4500" b="1" dirty="0"/>
              <a:t> </a:t>
            </a:r>
            <a:r>
              <a:rPr lang="en-US" sz="4500" b="1" dirty="0" err="1"/>
              <a:t>как</a:t>
            </a:r>
            <a:r>
              <a:rPr lang="en-US" sz="4500" b="1" dirty="0"/>
              <a:t> </a:t>
            </a:r>
            <a:r>
              <a:rPr lang="en-US" sz="4500" b="1" dirty="0" err="1"/>
              <a:t>би</a:t>
            </a:r>
            <a:r>
              <a:rPr lang="en-US" sz="4500" b="1" dirty="0"/>
              <a:t> </a:t>
            </a:r>
            <a:r>
              <a:rPr lang="en-US" sz="4500" b="1" dirty="0" err="1"/>
              <a:t>се</a:t>
            </a:r>
            <a:r>
              <a:rPr lang="en-US" sz="4500" b="1" dirty="0"/>
              <a:t> </a:t>
            </a:r>
            <a:r>
              <a:rPr lang="en-US" sz="4500" b="1" dirty="0" err="1"/>
              <a:t>държал</a:t>
            </a:r>
            <a:r>
              <a:rPr lang="en-US" sz="4500" b="1" dirty="0"/>
              <a:t> в </a:t>
            </a:r>
            <a:r>
              <a:rPr lang="en-US" sz="4500" b="1" dirty="0" err="1"/>
              <a:t>ежедневното</a:t>
            </a:r>
            <a:r>
              <a:rPr lang="en-US" sz="4500" b="1" dirty="0"/>
              <a:t> </a:t>
            </a:r>
            <a:r>
              <a:rPr lang="en-US" sz="4500" b="1" dirty="0" err="1"/>
              <a:t>движение</a:t>
            </a:r>
            <a:r>
              <a:rPr lang="en-US" sz="4500" b="1" dirty="0"/>
              <a:t>.</a:t>
            </a:r>
            <a:br>
              <a:rPr lang="en-US" sz="4500" b="1" dirty="0"/>
            </a:br>
            <a:r>
              <a:rPr lang="en-US" sz="4500" b="1" dirty="0"/>
              <a:t/>
            </a:r>
            <a:br>
              <a:rPr lang="en-US" sz="4500" b="1" dirty="0"/>
            </a:br>
            <a:r>
              <a:rPr lang="en-US" sz="4500" b="1" dirty="0" err="1"/>
              <a:t>Съвременният</a:t>
            </a:r>
            <a:r>
              <a:rPr lang="en-US" sz="4500" b="1" dirty="0"/>
              <a:t> </a:t>
            </a:r>
            <a:r>
              <a:rPr lang="en-US" sz="4500" b="1" dirty="0" err="1"/>
              <a:t>практически</a:t>
            </a:r>
            <a:r>
              <a:rPr lang="en-US" sz="4500" b="1" dirty="0"/>
              <a:t> </a:t>
            </a:r>
            <a:r>
              <a:rPr lang="en-US" sz="4500" b="1" dirty="0" err="1"/>
              <a:t>изпит</a:t>
            </a:r>
            <a:r>
              <a:rPr lang="en-US" sz="4500" b="1" dirty="0"/>
              <a:t> </a:t>
            </a:r>
            <a:r>
              <a:rPr lang="en-US" sz="4500" b="1" dirty="0" err="1"/>
              <a:t>има</a:t>
            </a:r>
            <a:r>
              <a:rPr lang="en-US" sz="4500" b="1" dirty="0"/>
              <a:t> </a:t>
            </a:r>
            <a:r>
              <a:rPr lang="en-US" sz="4500" b="1" dirty="0" err="1"/>
              <a:t>за</a:t>
            </a:r>
            <a:r>
              <a:rPr lang="en-US" sz="4500" b="1" dirty="0"/>
              <a:t> </a:t>
            </a:r>
            <a:r>
              <a:rPr lang="en-US" sz="4500" b="1" dirty="0" err="1"/>
              <a:t>цел</a:t>
            </a:r>
            <a:r>
              <a:rPr lang="en-US" sz="4500" b="1" dirty="0"/>
              <a:t> </a:t>
            </a:r>
            <a:r>
              <a:rPr lang="en-US" sz="4500" b="1" dirty="0" err="1"/>
              <a:t>да</a:t>
            </a:r>
            <a:r>
              <a:rPr lang="en-US" sz="4500" b="1" dirty="0"/>
              <a:t> </a:t>
            </a:r>
            <a:r>
              <a:rPr lang="en-US" sz="4500" b="1" dirty="0" err="1"/>
              <a:t>оцени</a:t>
            </a:r>
            <a:r>
              <a:rPr lang="en-US" sz="4500" b="1" dirty="0"/>
              <a:t> </a:t>
            </a:r>
            <a:r>
              <a:rPr lang="en-US" sz="4500" b="1" dirty="0" err="1"/>
              <a:t>цялостното</a:t>
            </a:r>
            <a:r>
              <a:rPr lang="en-US" sz="4500" b="1" dirty="0"/>
              <a:t> </a:t>
            </a:r>
            <a:r>
              <a:rPr lang="en-US" sz="4500" b="1" dirty="0" err="1"/>
              <a:t>поведение</a:t>
            </a:r>
            <a:r>
              <a:rPr lang="en-US" sz="4500" b="1" dirty="0"/>
              <a:t> </a:t>
            </a:r>
            <a:r>
              <a:rPr lang="en-US" sz="4500" b="1" dirty="0" err="1"/>
              <a:t>на</a:t>
            </a:r>
            <a:r>
              <a:rPr lang="en-US" sz="4500" b="1" dirty="0"/>
              <a:t> </a:t>
            </a:r>
            <a:r>
              <a:rPr lang="en-US" sz="4500" b="1" dirty="0" err="1"/>
              <a:t>водача</a:t>
            </a:r>
            <a:r>
              <a:rPr lang="en-US" sz="4500" b="1" dirty="0"/>
              <a:t>, а </a:t>
            </a:r>
            <a:r>
              <a:rPr lang="en-US" sz="4500" b="1" dirty="0" err="1"/>
              <a:t>не</a:t>
            </a:r>
            <a:r>
              <a:rPr lang="en-US" sz="4500" b="1" dirty="0"/>
              <a:t> </a:t>
            </a:r>
            <a:r>
              <a:rPr lang="en-US" sz="4500" b="1" dirty="0" err="1"/>
              <a:t>само</a:t>
            </a:r>
            <a:r>
              <a:rPr lang="en-US" sz="4500" b="1" dirty="0"/>
              <a:t> </a:t>
            </a:r>
            <a:r>
              <a:rPr lang="en-US" sz="4500" b="1" dirty="0" err="1"/>
              <a:t>механичното</a:t>
            </a:r>
            <a:r>
              <a:rPr lang="en-US" sz="4500" b="1" dirty="0"/>
              <a:t> </a:t>
            </a:r>
            <a:r>
              <a:rPr lang="en-US" sz="4500" b="1" dirty="0" err="1"/>
              <a:t>управление</a:t>
            </a:r>
            <a:r>
              <a:rPr lang="en-US" sz="4500" b="1" dirty="0"/>
              <a:t> </a:t>
            </a:r>
            <a:r>
              <a:rPr lang="en-US" sz="4500" b="1" dirty="0" err="1"/>
              <a:t>на</a:t>
            </a:r>
            <a:r>
              <a:rPr lang="en-US" sz="4500" b="1" dirty="0"/>
              <a:t> </a:t>
            </a:r>
            <a:r>
              <a:rPr lang="en-US" sz="4500" b="1" dirty="0" err="1"/>
              <a:t>автомобила</a:t>
            </a:r>
            <a:r>
              <a:rPr lang="en-US" sz="4500" b="1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9184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err="1"/>
              <a:t>Процес</a:t>
            </a:r>
            <a:r>
              <a:rPr lang="en-US" b="1" dirty="0"/>
              <a:t> </a:t>
            </a:r>
            <a:r>
              <a:rPr lang="en-US" b="1" dirty="0" err="1"/>
              <a:t>на</a:t>
            </a:r>
            <a:r>
              <a:rPr lang="en-US" b="1" dirty="0"/>
              <a:t> </a:t>
            </a:r>
            <a:r>
              <a:rPr lang="en-US" b="1" dirty="0" err="1"/>
              <a:t>задаване</a:t>
            </a:r>
            <a:r>
              <a:rPr lang="en-US" b="1" dirty="0"/>
              <a:t> </a:t>
            </a:r>
            <a:r>
              <a:rPr lang="en-US" b="1" dirty="0" err="1"/>
              <a:t>на</a:t>
            </a:r>
            <a:r>
              <a:rPr lang="en-US" b="1" dirty="0"/>
              <a:t> </a:t>
            </a:r>
            <a:r>
              <a:rPr lang="en-US" b="1" dirty="0" err="1"/>
              <a:t>въпрос</a:t>
            </a:r>
            <a:r>
              <a:rPr lang="en-US" b="1" dirty="0"/>
              <a:t> с </a:t>
            </a:r>
            <a:r>
              <a:rPr lang="en-US" b="1" dirty="0" err="1"/>
              <a:t>цел</a:t>
            </a:r>
            <a:r>
              <a:rPr lang="en-US" b="1" dirty="0"/>
              <a:t> </a:t>
            </a:r>
            <a:r>
              <a:rPr lang="en-US" b="1" dirty="0" err="1"/>
              <a:t>проверка</a:t>
            </a:r>
            <a:r>
              <a:rPr lang="en-US" b="1" dirty="0"/>
              <a:t> </a:t>
            </a:r>
            <a:r>
              <a:rPr lang="en-US" b="1" dirty="0" err="1"/>
              <a:t>на</a:t>
            </a:r>
            <a:r>
              <a:rPr lang="en-US" b="1" dirty="0"/>
              <a:t> </a:t>
            </a:r>
            <a:r>
              <a:rPr lang="en-US" b="1" dirty="0" err="1"/>
              <a:t>осведомеността</a:t>
            </a:r>
            <a:endParaRPr lang="en-US" dirty="0"/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1295401" y="2556932"/>
            <a:ext cx="7603900" cy="3318936"/>
          </a:xfrm>
        </p:spPr>
        <p:txBody>
          <a:bodyPr>
            <a:normAutofit fontScale="55000" lnSpcReduction="20000"/>
          </a:bodyPr>
          <a:lstStyle/>
          <a:p>
            <a:r>
              <a:rPr lang="en-US" sz="2900" b="1" dirty="0" err="1"/>
              <a:t>Задаването</a:t>
            </a:r>
            <a:r>
              <a:rPr lang="en-US" sz="2900" b="1" dirty="0"/>
              <a:t> </a:t>
            </a:r>
            <a:r>
              <a:rPr lang="en-US" sz="2900" b="1" dirty="0" err="1"/>
              <a:t>на</a:t>
            </a:r>
            <a:r>
              <a:rPr lang="en-US" sz="2900" b="1" dirty="0"/>
              <a:t> </a:t>
            </a:r>
            <a:r>
              <a:rPr lang="en-US" sz="2900" b="1" dirty="0" err="1"/>
              <a:t>въпроси</a:t>
            </a:r>
            <a:r>
              <a:rPr lang="en-US" sz="2900" b="1" dirty="0"/>
              <a:t> е </a:t>
            </a:r>
            <a:r>
              <a:rPr lang="en-US" sz="2900" b="1" dirty="0" err="1"/>
              <a:t>важна</a:t>
            </a:r>
            <a:r>
              <a:rPr lang="en-US" sz="2900" b="1" dirty="0"/>
              <a:t> </a:t>
            </a:r>
            <a:r>
              <a:rPr lang="en-US" sz="2900" b="1" dirty="0" err="1"/>
              <a:t>част</a:t>
            </a:r>
            <a:r>
              <a:rPr lang="en-US" sz="2900" b="1" dirty="0"/>
              <a:t> </a:t>
            </a:r>
            <a:r>
              <a:rPr lang="en-US" sz="2900" b="1" dirty="0" err="1"/>
              <a:t>от</a:t>
            </a:r>
            <a:r>
              <a:rPr lang="en-US" sz="2900" b="1" dirty="0"/>
              <a:t> </a:t>
            </a:r>
            <a:r>
              <a:rPr lang="en-US" sz="2900" b="1" dirty="0" err="1"/>
              <a:t>процеса</a:t>
            </a:r>
            <a:r>
              <a:rPr lang="en-US" sz="2900" b="1" dirty="0"/>
              <a:t> </a:t>
            </a:r>
            <a:r>
              <a:rPr lang="en-US" sz="2900" b="1" dirty="0" err="1"/>
              <a:t>на</a:t>
            </a:r>
            <a:r>
              <a:rPr lang="en-US" sz="2900" b="1" dirty="0"/>
              <a:t> </a:t>
            </a:r>
            <a:r>
              <a:rPr lang="en-US" sz="2900" b="1" dirty="0" err="1"/>
              <a:t>оценяване</a:t>
            </a:r>
            <a:r>
              <a:rPr lang="en-US" sz="2900" b="1" dirty="0"/>
              <a:t> </a:t>
            </a:r>
            <a:r>
              <a:rPr lang="en-US" sz="2900" b="1" dirty="0" err="1"/>
              <a:t>по</a:t>
            </a:r>
            <a:r>
              <a:rPr lang="en-US" sz="2900" b="1" dirty="0"/>
              <a:t> </a:t>
            </a:r>
            <a:r>
              <a:rPr lang="en-US" sz="2900" b="1" dirty="0" err="1"/>
              <a:t>време</a:t>
            </a:r>
            <a:r>
              <a:rPr lang="en-US" sz="2900" b="1" dirty="0"/>
              <a:t> </a:t>
            </a:r>
            <a:r>
              <a:rPr lang="en-US" sz="2900" b="1" dirty="0" err="1"/>
              <a:t>на</a:t>
            </a:r>
            <a:r>
              <a:rPr lang="en-US" sz="2900" b="1" dirty="0"/>
              <a:t> </a:t>
            </a:r>
            <a:r>
              <a:rPr lang="en-US" sz="2900" b="1" dirty="0" err="1"/>
              <a:t>практическия</a:t>
            </a:r>
            <a:r>
              <a:rPr lang="en-US" sz="2900" b="1" dirty="0"/>
              <a:t> </a:t>
            </a:r>
            <a:r>
              <a:rPr lang="en-US" sz="2900" b="1" dirty="0" err="1"/>
              <a:t>изпит</a:t>
            </a:r>
            <a:r>
              <a:rPr lang="en-US" sz="2900" b="1" dirty="0"/>
              <a:t>. </a:t>
            </a:r>
            <a:r>
              <a:rPr lang="en-US" sz="2900" b="1" dirty="0" err="1"/>
              <a:t>Чрез</a:t>
            </a:r>
            <a:r>
              <a:rPr lang="en-US" sz="2900" b="1" dirty="0"/>
              <a:t> </a:t>
            </a:r>
            <a:r>
              <a:rPr lang="en-US" sz="2900" b="1" dirty="0" err="1"/>
              <a:t>въпросите</a:t>
            </a:r>
            <a:r>
              <a:rPr lang="en-US" sz="2900" b="1" dirty="0"/>
              <a:t> </a:t>
            </a:r>
            <a:r>
              <a:rPr lang="en-US" sz="2900" b="1" dirty="0" err="1"/>
              <a:t>изпитващият</a:t>
            </a:r>
            <a:r>
              <a:rPr lang="en-US" sz="2900" b="1" dirty="0"/>
              <a:t> </a:t>
            </a:r>
            <a:r>
              <a:rPr lang="en-US" sz="2900" b="1" dirty="0" err="1"/>
              <a:t>проверява</a:t>
            </a:r>
            <a:r>
              <a:rPr lang="en-US" sz="2900" b="1" dirty="0"/>
              <a:t> </a:t>
            </a:r>
            <a:r>
              <a:rPr lang="en-US" sz="2900" b="1" dirty="0" err="1"/>
              <a:t>дали</a:t>
            </a:r>
            <a:r>
              <a:rPr lang="en-US" sz="2900" b="1" dirty="0"/>
              <a:t> </a:t>
            </a:r>
            <a:r>
              <a:rPr lang="en-US" sz="2900" b="1" dirty="0" err="1"/>
              <a:t>кандидатът</a:t>
            </a:r>
            <a:r>
              <a:rPr lang="en-US" sz="2900" b="1" dirty="0"/>
              <a:t> </a:t>
            </a:r>
            <a:r>
              <a:rPr lang="en-US" sz="2900" b="1" dirty="0" err="1"/>
              <a:t>разбира</a:t>
            </a:r>
            <a:r>
              <a:rPr lang="en-US" sz="2900" b="1" dirty="0"/>
              <a:t> </a:t>
            </a:r>
            <a:r>
              <a:rPr lang="en-US" sz="2900" b="1" dirty="0" err="1"/>
              <a:t>пътната</a:t>
            </a:r>
            <a:r>
              <a:rPr lang="en-US" sz="2900" b="1" dirty="0"/>
              <a:t> </a:t>
            </a:r>
            <a:r>
              <a:rPr lang="en-US" sz="2900" b="1" dirty="0" err="1"/>
              <a:t>обстановка</a:t>
            </a:r>
            <a:r>
              <a:rPr lang="en-US" sz="2900" b="1" dirty="0"/>
              <a:t> и </a:t>
            </a:r>
            <a:r>
              <a:rPr lang="en-US" sz="2900" b="1" dirty="0" err="1"/>
              <a:t>осъзнава</a:t>
            </a:r>
            <a:r>
              <a:rPr lang="en-US" sz="2900" b="1" dirty="0"/>
              <a:t> </a:t>
            </a:r>
            <a:r>
              <a:rPr lang="en-US" sz="2900" b="1" dirty="0" err="1"/>
              <a:t>възможните</a:t>
            </a:r>
            <a:r>
              <a:rPr lang="en-US" sz="2900" b="1" dirty="0"/>
              <a:t> </a:t>
            </a:r>
            <a:r>
              <a:rPr lang="en-US" sz="2900" b="1" dirty="0" err="1"/>
              <a:t>опасности</a:t>
            </a:r>
            <a:r>
              <a:rPr lang="en-US" sz="2900" b="1" dirty="0"/>
              <a:t>.</a:t>
            </a:r>
            <a:br>
              <a:rPr lang="en-US" sz="2900" b="1" dirty="0"/>
            </a:br>
            <a:r>
              <a:rPr lang="en-US" sz="2900" b="1" dirty="0"/>
              <a:t/>
            </a:r>
            <a:br>
              <a:rPr lang="en-US" sz="2900" b="1" dirty="0"/>
            </a:br>
            <a:r>
              <a:rPr lang="en-US" sz="2900" b="1" dirty="0" err="1"/>
              <a:t>Въпросите</a:t>
            </a:r>
            <a:r>
              <a:rPr lang="en-US" sz="2900" b="1" dirty="0"/>
              <a:t> </a:t>
            </a:r>
            <a:r>
              <a:rPr lang="en-US" sz="2900" b="1" dirty="0" err="1"/>
              <a:t>могат</a:t>
            </a:r>
            <a:r>
              <a:rPr lang="en-US" sz="2900" b="1" dirty="0"/>
              <a:t> </a:t>
            </a:r>
            <a:r>
              <a:rPr lang="en-US" sz="2900" b="1" dirty="0" err="1"/>
              <a:t>да</a:t>
            </a:r>
            <a:r>
              <a:rPr lang="en-US" sz="2900" b="1" dirty="0"/>
              <a:t> </a:t>
            </a:r>
            <a:r>
              <a:rPr lang="en-US" sz="2900" b="1" dirty="0" err="1"/>
              <a:t>бъдат</a:t>
            </a:r>
            <a:r>
              <a:rPr lang="en-US" sz="2900" b="1" dirty="0"/>
              <a:t> </a:t>
            </a:r>
            <a:r>
              <a:rPr lang="en-US" sz="2900" b="1" dirty="0" err="1"/>
              <a:t>задавани</a:t>
            </a:r>
            <a:r>
              <a:rPr lang="en-US" sz="2900" b="1" dirty="0"/>
              <a:t> </a:t>
            </a:r>
            <a:r>
              <a:rPr lang="en-US" sz="2900" b="1" dirty="0" err="1"/>
              <a:t>по</a:t>
            </a:r>
            <a:r>
              <a:rPr lang="en-US" sz="2900" b="1" dirty="0"/>
              <a:t> </a:t>
            </a:r>
            <a:r>
              <a:rPr lang="en-US" sz="2900" b="1" dirty="0" err="1"/>
              <a:t>време</a:t>
            </a:r>
            <a:r>
              <a:rPr lang="en-US" sz="2900" b="1" dirty="0"/>
              <a:t> </a:t>
            </a:r>
            <a:r>
              <a:rPr lang="en-US" sz="2900" b="1" dirty="0" err="1"/>
              <a:t>на</a:t>
            </a:r>
            <a:r>
              <a:rPr lang="en-US" sz="2900" b="1" dirty="0"/>
              <a:t> </a:t>
            </a:r>
            <a:r>
              <a:rPr lang="en-US" sz="2900" b="1" dirty="0" err="1"/>
              <a:t>движение</a:t>
            </a:r>
            <a:r>
              <a:rPr lang="en-US" sz="2900" b="1" dirty="0"/>
              <a:t> </a:t>
            </a:r>
            <a:r>
              <a:rPr lang="en-US" sz="2900" b="1" dirty="0" err="1"/>
              <a:t>или</a:t>
            </a:r>
            <a:r>
              <a:rPr lang="en-US" sz="2900" b="1" dirty="0"/>
              <a:t> </a:t>
            </a:r>
            <a:r>
              <a:rPr lang="en-US" sz="2900" b="1" dirty="0" err="1"/>
              <a:t>след</a:t>
            </a:r>
            <a:r>
              <a:rPr lang="en-US" sz="2900" b="1" dirty="0"/>
              <a:t> </a:t>
            </a:r>
            <a:r>
              <a:rPr lang="en-US" sz="2900" b="1" dirty="0" err="1"/>
              <a:t>приключване</a:t>
            </a:r>
            <a:r>
              <a:rPr lang="en-US" sz="2900" b="1" dirty="0"/>
              <a:t> </a:t>
            </a:r>
            <a:r>
              <a:rPr lang="en-US" sz="2900" b="1" dirty="0" err="1"/>
              <a:t>на</a:t>
            </a:r>
            <a:r>
              <a:rPr lang="en-US" sz="2900" b="1" dirty="0"/>
              <a:t> </a:t>
            </a:r>
            <a:r>
              <a:rPr lang="en-US" sz="2900" b="1" dirty="0" err="1"/>
              <a:t>определена</a:t>
            </a:r>
            <a:r>
              <a:rPr lang="en-US" sz="2900" b="1" dirty="0"/>
              <a:t> </a:t>
            </a:r>
            <a:r>
              <a:rPr lang="en-US" sz="2900" b="1" dirty="0" err="1"/>
              <a:t>ситуация</a:t>
            </a:r>
            <a:r>
              <a:rPr lang="en-US" sz="2900" b="1" dirty="0"/>
              <a:t>. </a:t>
            </a:r>
            <a:r>
              <a:rPr lang="en-US" sz="2900" b="1" dirty="0" err="1"/>
              <a:t>Основната</a:t>
            </a:r>
            <a:r>
              <a:rPr lang="en-US" sz="2900" b="1" dirty="0"/>
              <a:t> </a:t>
            </a:r>
            <a:r>
              <a:rPr lang="en-US" sz="2900" b="1" dirty="0" err="1"/>
              <a:t>им</a:t>
            </a:r>
            <a:r>
              <a:rPr lang="en-US" sz="2900" b="1" dirty="0"/>
              <a:t> </a:t>
            </a:r>
            <a:r>
              <a:rPr lang="en-US" sz="2900" b="1" dirty="0" err="1"/>
              <a:t>цел</a:t>
            </a:r>
            <a:r>
              <a:rPr lang="en-US" sz="2900" b="1" dirty="0"/>
              <a:t> е </a:t>
            </a:r>
            <a:r>
              <a:rPr lang="en-US" sz="2900" b="1" dirty="0" err="1"/>
              <a:t>да</a:t>
            </a:r>
            <a:r>
              <a:rPr lang="en-US" sz="2900" b="1" dirty="0"/>
              <a:t> </a:t>
            </a:r>
            <a:r>
              <a:rPr lang="en-US" sz="2900" b="1" dirty="0" err="1"/>
              <a:t>покажат</a:t>
            </a:r>
            <a:r>
              <a:rPr lang="en-US" sz="2900" b="1" dirty="0"/>
              <a:t> </a:t>
            </a:r>
            <a:r>
              <a:rPr lang="en-US" sz="2900" b="1" dirty="0" err="1"/>
              <a:t>начина</a:t>
            </a:r>
            <a:r>
              <a:rPr lang="en-US" sz="2900" b="1" dirty="0"/>
              <a:t> </a:t>
            </a:r>
            <a:r>
              <a:rPr lang="en-US" sz="2900" b="1" dirty="0" err="1"/>
              <a:t>на</a:t>
            </a:r>
            <a:r>
              <a:rPr lang="en-US" sz="2900" b="1" dirty="0"/>
              <a:t> </a:t>
            </a:r>
            <a:r>
              <a:rPr lang="en-US" sz="2900" b="1" dirty="0" err="1"/>
              <a:t>мислене</a:t>
            </a:r>
            <a:r>
              <a:rPr lang="en-US" sz="2900" b="1" dirty="0"/>
              <a:t> </a:t>
            </a:r>
            <a:r>
              <a:rPr lang="en-US" sz="2900" b="1" dirty="0" err="1"/>
              <a:t>на</a:t>
            </a:r>
            <a:r>
              <a:rPr lang="en-US" sz="2900" b="1" dirty="0"/>
              <a:t> </a:t>
            </a:r>
            <a:r>
              <a:rPr lang="en-US" sz="2900" b="1" dirty="0" err="1"/>
              <a:t>кандидата</a:t>
            </a:r>
            <a:r>
              <a:rPr lang="en-US" sz="2900" b="1" dirty="0"/>
              <a:t> и </a:t>
            </a:r>
            <a:r>
              <a:rPr lang="en-US" sz="2900" b="1" dirty="0" err="1"/>
              <a:t>способността</a:t>
            </a:r>
            <a:r>
              <a:rPr lang="en-US" sz="2900" b="1" dirty="0"/>
              <a:t> </a:t>
            </a:r>
            <a:r>
              <a:rPr lang="en-US" sz="2900" b="1" dirty="0" err="1"/>
              <a:t>му</a:t>
            </a:r>
            <a:r>
              <a:rPr lang="en-US" sz="2900" b="1" dirty="0"/>
              <a:t> </a:t>
            </a:r>
            <a:r>
              <a:rPr lang="en-US" sz="2900" b="1" dirty="0" err="1"/>
              <a:t>да</a:t>
            </a:r>
            <a:r>
              <a:rPr lang="en-US" sz="2900" b="1" dirty="0"/>
              <a:t> </a:t>
            </a:r>
            <a:r>
              <a:rPr lang="en-US" sz="2900" b="1" dirty="0" err="1"/>
              <a:t>анализира</a:t>
            </a:r>
            <a:r>
              <a:rPr lang="en-US" sz="2900" b="1" dirty="0"/>
              <a:t> </a:t>
            </a:r>
            <a:r>
              <a:rPr lang="en-US" sz="2900" b="1" dirty="0" err="1"/>
              <a:t>обстановката</a:t>
            </a:r>
            <a:r>
              <a:rPr lang="en-US" sz="2900" b="1" dirty="0"/>
              <a:t>.</a:t>
            </a:r>
            <a:br>
              <a:rPr lang="en-US" sz="2900" b="1" dirty="0"/>
            </a:br>
            <a:r>
              <a:rPr lang="en-US" sz="2900" b="1" dirty="0"/>
              <a:t/>
            </a:r>
            <a:br>
              <a:rPr lang="en-US" sz="2900" b="1" dirty="0"/>
            </a:br>
            <a:r>
              <a:rPr lang="en-US" sz="2900" b="1" dirty="0" err="1"/>
              <a:t>Чрез</a:t>
            </a:r>
            <a:r>
              <a:rPr lang="en-US" sz="2900" b="1" dirty="0"/>
              <a:t> </a:t>
            </a:r>
            <a:r>
              <a:rPr lang="en-US" sz="2900" b="1" dirty="0" err="1"/>
              <a:t>този</a:t>
            </a:r>
            <a:r>
              <a:rPr lang="en-US" sz="2900" b="1" dirty="0"/>
              <a:t> </a:t>
            </a:r>
            <a:r>
              <a:rPr lang="en-US" sz="2900" b="1" dirty="0" err="1"/>
              <a:t>метод</a:t>
            </a:r>
            <a:r>
              <a:rPr lang="en-US" sz="2900" b="1" dirty="0"/>
              <a:t> </a:t>
            </a:r>
            <a:r>
              <a:rPr lang="en-US" sz="2900" b="1" dirty="0" err="1"/>
              <a:t>се</a:t>
            </a:r>
            <a:r>
              <a:rPr lang="en-US" sz="2900" b="1" dirty="0"/>
              <a:t> </a:t>
            </a:r>
            <a:r>
              <a:rPr lang="en-US" sz="2900" b="1" dirty="0" err="1"/>
              <a:t>проверяват</a:t>
            </a:r>
            <a:r>
              <a:rPr lang="en-US" sz="2900" b="1" dirty="0"/>
              <a:t> </a:t>
            </a:r>
            <a:r>
              <a:rPr lang="en-US" sz="2900" b="1" dirty="0" err="1"/>
              <a:t>наблюдателността</a:t>
            </a:r>
            <a:r>
              <a:rPr lang="en-US" sz="2900" b="1" dirty="0"/>
              <a:t>, </a:t>
            </a:r>
            <a:r>
              <a:rPr lang="en-US" sz="2900" b="1" dirty="0" err="1"/>
              <a:t>оценката</a:t>
            </a:r>
            <a:r>
              <a:rPr lang="en-US" sz="2900" b="1" dirty="0"/>
              <a:t> </a:t>
            </a:r>
            <a:r>
              <a:rPr lang="en-US" sz="2900" b="1" dirty="0" err="1"/>
              <a:t>на</a:t>
            </a:r>
            <a:r>
              <a:rPr lang="en-US" sz="2900" b="1" dirty="0"/>
              <a:t> </a:t>
            </a:r>
            <a:r>
              <a:rPr lang="en-US" sz="2900" b="1" dirty="0" err="1"/>
              <a:t>риска</a:t>
            </a:r>
            <a:r>
              <a:rPr lang="en-US" sz="2900" b="1" dirty="0"/>
              <a:t>, </a:t>
            </a:r>
            <a:r>
              <a:rPr lang="en-US" sz="2900" b="1" dirty="0" err="1"/>
              <a:t>познаването</a:t>
            </a:r>
            <a:r>
              <a:rPr lang="en-US" sz="2900" b="1" dirty="0"/>
              <a:t> </a:t>
            </a:r>
            <a:r>
              <a:rPr lang="en-US" sz="2900" b="1" dirty="0" err="1"/>
              <a:t>на</a:t>
            </a:r>
            <a:r>
              <a:rPr lang="en-US" sz="2900" b="1" dirty="0"/>
              <a:t> </a:t>
            </a:r>
            <a:r>
              <a:rPr lang="en-US" sz="2900" b="1" dirty="0" err="1"/>
              <a:t>правилата</a:t>
            </a:r>
            <a:r>
              <a:rPr lang="en-US" sz="2900" b="1" dirty="0"/>
              <a:t> и </a:t>
            </a:r>
            <a:r>
              <a:rPr lang="en-US" sz="2900" b="1" dirty="0" err="1"/>
              <a:t>умението</a:t>
            </a:r>
            <a:r>
              <a:rPr lang="en-US" sz="2900" b="1" dirty="0"/>
              <a:t> </a:t>
            </a:r>
            <a:r>
              <a:rPr lang="en-US" sz="2900" b="1" dirty="0" err="1"/>
              <a:t>за</a:t>
            </a:r>
            <a:r>
              <a:rPr lang="en-US" sz="2900" b="1" dirty="0"/>
              <a:t> </a:t>
            </a:r>
            <a:r>
              <a:rPr lang="en-US" sz="2900" b="1" dirty="0" err="1"/>
              <a:t>самостоятелно</a:t>
            </a:r>
            <a:r>
              <a:rPr lang="en-US" sz="2900" b="1" dirty="0"/>
              <a:t> </a:t>
            </a:r>
            <a:r>
              <a:rPr lang="en-US" sz="2900" b="1" dirty="0" err="1"/>
              <a:t>вземане</a:t>
            </a:r>
            <a:r>
              <a:rPr lang="en-US" sz="2900" b="1" dirty="0"/>
              <a:t> </a:t>
            </a:r>
            <a:r>
              <a:rPr lang="en-US" sz="2900" b="1" dirty="0" err="1"/>
              <a:t>на</a:t>
            </a:r>
            <a:r>
              <a:rPr lang="en-US" sz="2900" b="1" dirty="0"/>
              <a:t> </a:t>
            </a:r>
            <a:r>
              <a:rPr lang="en-US" sz="2900" b="1" dirty="0" err="1"/>
              <a:t>решения</a:t>
            </a:r>
            <a:r>
              <a:rPr lang="en-US" sz="2900" b="1" dirty="0"/>
              <a:t>.</a:t>
            </a:r>
            <a:br>
              <a:rPr lang="en-US" sz="2900" b="1" dirty="0"/>
            </a:br>
            <a:r>
              <a:rPr lang="en-US" sz="2900" b="1" dirty="0"/>
              <a:t/>
            </a:r>
            <a:br>
              <a:rPr lang="en-US" sz="2900" b="1" dirty="0"/>
            </a:br>
            <a:r>
              <a:rPr lang="en-US" sz="2900" b="1" dirty="0" err="1"/>
              <a:t>Процесът</a:t>
            </a:r>
            <a:r>
              <a:rPr lang="en-US" sz="2900" b="1" dirty="0"/>
              <a:t> </a:t>
            </a:r>
            <a:r>
              <a:rPr lang="en-US" sz="2900" b="1" dirty="0" err="1"/>
              <a:t>трябва</a:t>
            </a:r>
            <a:r>
              <a:rPr lang="en-US" sz="2900" b="1" dirty="0"/>
              <a:t> </a:t>
            </a:r>
            <a:r>
              <a:rPr lang="en-US" sz="2900" b="1" dirty="0" err="1"/>
              <a:t>да</a:t>
            </a:r>
            <a:r>
              <a:rPr lang="en-US" sz="2900" b="1" dirty="0"/>
              <a:t> </a:t>
            </a:r>
            <a:r>
              <a:rPr lang="en-US" sz="2900" b="1" dirty="0" err="1"/>
              <a:t>бъде</a:t>
            </a:r>
            <a:r>
              <a:rPr lang="en-US" sz="2900" b="1" dirty="0"/>
              <a:t> </a:t>
            </a:r>
            <a:r>
              <a:rPr lang="en-US" sz="2900" b="1" dirty="0" err="1"/>
              <a:t>спокоен</a:t>
            </a:r>
            <a:r>
              <a:rPr lang="en-US" sz="2900" b="1" dirty="0"/>
              <a:t> и </a:t>
            </a:r>
            <a:r>
              <a:rPr lang="en-US" sz="2900" b="1" dirty="0" err="1"/>
              <a:t>ясен</a:t>
            </a:r>
            <a:r>
              <a:rPr lang="en-US" sz="2900" b="1" dirty="0"/>
              <a:t>, </a:t>
            </a:r>
            <a:r>
              <a:rPr lang="en-US" sz="2900" b="1" dirty="0" err="1"/>
              <a:t>без</a:t>
            </a:r>
            <a:r>
              <a:rPr lang="en-US" sz="2900" b="1" dirty="0"/>
              <a:t> </a:t>
            </a:r>
            <a:r>
              <a:rPr lang="en-US" sz="2900" b="1" dirty="0" err="1"/>
              <a:t>въпросите</a:t>
            </a:r>
            <a:r>
              <a:rPr lang="en-US" sz="2900" b="1" dirty="0"/>
              <a:t> </a:t>
            </a:r>
            <a:r>
              <a:rPr lang="en-US" sz="2900" b="1" dirty="0" err="1"/>
              <a:t>да</a:t>
            </a:r>
            <a:r>
              <a:rPr lang="en-US" sz="2900" b="1" dirty="0"/>
              <a:t> </a:t>
            </a:r>
            <a:r>
              <a:rPr lang="en-US" sz="2900" b="1" dirty="0" err="1"/>
              <a:t>разсейват</a:t>
            </a:r>
            <a:r>
              <a:rPr lang="en-US" sz="2900" b="1" dirty="0"/>
              <a:t> </a:t>
            </a:r>
            <a:r>
              <a:rPr lang="en-US" sz="2900" b="1" dirty="0" err="1"/>
              <a:t>кандидата</a:t>
            </a:r>
            <a:r>
              <a:rPr lang="en-US" sz="2900" b="1" dirty="0"/>
              <a:t> </a:t>
            </a:r>
            <a:r>
              <a:rPr lang="en-US" sz="2900" b="1" dirty="0" err="1"/>
              <a:t>или</a:t>
            </a:r>
            <a:r>
              <a:rPr lang="en-US" sz="2900" b="1" dirty="0"/>
              <a:t> </a:t>
            </a:r>
            <a:r>
              <a:rPr lang="en-US" sz="2900" b="1" dirty="0" err="1"/>
              <a:t>да</a:t>
            </a:r>
            <a:r>
              <a:rPr lang="en-US" sz="2900" b="1" dirty="0"/>
              <a:t> </a:t>
            </a:r>
            <a:r>
              <a:rPr lang="en-US" sz="2900" b="1" dirty="0" err="1"/>
              <a:t>създават</a:t>
            </a:r>
            <a:r>
              <a:rPr lang="en-US" sz="2900" b="1" dirty="0"/>
              <a:t> </a:t>
            </a:r>
            <a:r>
              <a:rPr lang="en-US" sz="2900" b="1" dirty="0" err="1"/>
              <a:t>излишно</a:t>
            </a:r>
            <a:r>
              <a:rPr lang="en-US" sz="2900" b="1" dirty="0"/>
              <a:t> </a:t>
            </a:r>
            <a:r>
              <a:rPr lang="en-US" sz="2900" b="1" dirty="0" err="1"/>
              <a:t>напрежение</a:t>
            </a:r>
            <a:r>
              <a:rPr lang="en-US" sz="2900" b="1" dirty="0"/>
              <a:t>.</a:t>
            </a:r>
          </a:p>
          <a:p>
            <a:endParaRPr lang="en-US" dirty="0"/>
          </a:p>
        </p:txBody>
      </p:sp>
      <p:pic>
        <p:nvPicPr>
          <p:cNvPr id="4" name="Картина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4755" y="2935202"/>
            <a:ext cx="2640169" cy="261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929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err="1"/>
              <a:t>Значение</a:t>
            </a:r>
            <a:r>
              <a:rPr lang="en-US" b="1" dirty="0"/>
              <a:t> </a:t>
            </a:r>
            <a:r>
              <a:rPr lang="en-US" b="1" dirty="0" err="1"/>
              <a:t>на</a:t>
            </a:r>
            <a:r>
              <a:rPr lang="en-US" b="1" dirty="0"/>
              <a:t> </a:t>
            </a:r>
            <a:r>
              <a:rPr lang="en-US" b="1" dirty="0" err="1"/>
              <a:t>осведомеността</a:t>
            </a:r>
            <a:r>
              <a:rPr lang="en-US" b="1" dirty="0"/>
              <a:t> </a:t>
            </a:r>
            <a:r>
              <a:rPr lang="en-US" b="1" dirty="0" err="1"/>
              <a:t>при</a:t>
            </a:r>
            <a:r>
              <a:rPr lang="en-US" b="1" dirty="0"/>
              <a:t> </a:t>
            </a:r>
            <a:r>
              <a:rPr lang="en-US" b="1" dirty="0" err="1"/>
              <a:t>управление</a:t>
            </a:r>
            <a:endParaRPr lang="en-US" dirty="0"/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sz="2900" b="1" dirty="0" err="1"/>
              <a:t>Осведомеността</a:t>
            </a:r>
            <a:r>
              <a:rPr lang="en-US" sz="2900" b="1" dirty="0"/>
              <a:t> е </a:t>
            </a:r>
            <a:r>
              <a:rPr lang="en-US" sz="2900" b="1" dirty="0" err="1"/>
              <a:t>способността</a:t>
            </a:r>
            <a:r>
              <a:rPr lang="en-US" sz="2900" b="1" dirty="0"/>
              <a:t> </a:t>
            </a:r>
            <a:r>
              <a:rPr lang="en-US" sz="2900" b="1" dirty="0" err="1"/>
              <a:t>на</a:t>
            </a:r>
            <a:r>
              <a:rPr lang="en-US" sz="2900" b="1" dirty="0"/>
              <a:t> </a:t>
            </a:r>
            <a:r>
              <a:rPr lang="en-US" sz="2900" b="1" dirty="0" err="1"/>
              <a:t>водача</a:t>
            </a:r>
            <a:r>
              <a:rPr lang="en-US" sz="2900" b="1" dirty="0"/>
              <a:t> </a:t>
            </a:r>
            <a:r>
              <a:rPr lang="en-US" sz="2900" b="1" dirty="0" err="1"/>
              <a:t>да</a:t>
            </a:r>
            <a:r>
              <a:rPr lang="en-US" sz="2900" b="1" dirty="0"/>
              <a:t> </a:t>
            </a:r>
            <a:r>
              <a:rPr lang="en-US" sz="2900" b="1" dirty="0" err="1"/>
              <a:t>наблюдава</a:t>
            </a:r>
            <a:r>
              <a:rPr lang="en-US" sz="2900" b="1" dirty="0"/>
              <a:t> </a:t>
            </a:r>
            <a:r>
              <a:rPr lang="en-US" sz="2900" b="1" dirty="0" err="1"/>
              <a:t>пътната</a:t>
            </a:r>
            <a:r>
              <a:rPr lang="en-US" sz="2900" b="1" dirty="0"/>
              <a:t> </a:t>
            </a:r>
            <a:r>
              <a:rPr lang="en-US" sz="2900" b="1" dirty="0" err="1"/>
              <a:t>среда</a:t>
            </a:r>
            <a:r>
              <a:rPr lang="en-US" sz="2900" b="1" dirty="0"/>
              <a:t>, </a:t>
            </a:r>
            <a:r>
              <a:rPr lang="en-US" sz="2900" b="1" dirty="0" err="1"/>
              <a:t>да</a:t>
            </a:r>
            <a:r>
              <a:rPr lang="en-US" sz="2900" b="1" dirty="0"/>
              <a:t> </a:t>
            </a:r>
            <a:r>
              <a:rPr lang="en-US" sz="2900" b="1" dirty="0" err="1"/>
              <a:t>разпознава</a:t>
            </a:r>
            <a:r>
              <a:rPr lang="en-US" sz="2900" b="1" dirty="0"/>
              <a:t> </a:t>
            </a:r>
            <a:r>
              <a:rPr lang="en-US" sz="2900" b="1" dirty="0" err="1"/>
              <a:t>опасностите</a:t>
            </a:r>
            <a:r>
              <a:rPr lang="en-US" sz="2900" b="1" dirty="0"/>
              <a:t> и </a:t>
            </a:r>
            <a:r>
              <a:rPr lang="en-US" sz="2900" b="1" dirty="0" err="1"/>
              <a:t>да</a:t>
            </a:r>
            <a:r>
              <a:rPr lang="en-US" sz="2900" b="1" dirty="0"/>
              <a:t> </a:t>
            </a:r>
            <a:r>
              <a:rPr lang="en-US" sz="2900" b="1" dirty="0" err="1"/>
              <a:t>реагира</a:t>
            </a:r>
            <a:r>
              <a:rPr lang="en-US" sz="2900" b="1" dirty="0"/>
              <a:t> </a:t>
            </a:r>
            <a:r>
              <a:rPr lang="en-US" sz="2900" b="1" dirty="0" err="1"/>
              <a:t>навреме</a:t>
            </a:r>
            <a:r>
              <a:rPr lang="en-US" sz="2900" b="1" dirty="0"/>
              <a:t>.</a:t>
            </a:r>
            <a:br>
              <a:rPr lang="en-US" sz="2900" b="1" dirty="0"/>
            </a:br>
            <a:r>
              <a:rPr lang="en-US" sz="2900" b="1" dirty="0"/>
              <a:t/>
            </a:r>
            <a:br>
              <a:rPr lang="en-US" sz="2900" b="1" dirty="0"/>
            </a:br>
            <a:r>
              <a:rPr lang="en-US" sz="2900" b="1" dirty="0" err="1"/>
              <a:t>Добрата</a:t>
            </a:r>
            <a:r>
              <a:rPr lang="en-US" sz="2900" b="1" dirty="0"/>
              <a:t> </a:t>
            </a:r>
            <a:r>
              <a:rPr lang="en-US" sz="2900" b="1" dirty="0" err="1"/>
              <a:t>осведоменост</a:t>
            </a:r>
            <a:r>
              <a:rPr lang="en-US" sz="2900" b="1" dirty="0"/>
              <a:t> </a:t>
            </a:r>
            <a:r>
              <a:rPr lang="en-US" sz="2900" b="1" dirty="0" err="1"/>
              <a:t>позволява</a:t>
            </a:r>
            <a:r>
              <a:rPr lang="en-US" sz="2900" b="1" dirty="0"/>
              <a:t> </a:t>
            </a:r>
            <a:r>
              <a:rPr lang="en-US" sz="2900" b="1" dirty="0" err="1"/>
              <a:t>на</a:t>
            </a:r>
            <a:r>
              <a:rPr lang="en-US" sz="2900" b="1" dirty="0"/>
              <a:t> </a:t>
            </a:r>
            <a:r>
              <a:rPr lang="en-US" sz="2900" b="1" dirty="0" err="1"/>
              <a:t>водача</a:t>
            </a:r>
            <a:r>
              <a:rPr lang="en-US" sz="2900" b="1" dirty="0"/>
              <a:t> </a:t>
            </a:r>
            <a:r>
              <a:rPr lang="en-US" sz="2900" b="1" dirty="0" err="1"/>
              <a:t>да</a:t>
            </a:r>
            <a:r>
              <a:rPr lang="en-US" sz="2900" b="1" dirty="0"/>
              <a:t> </a:t>
            </a:r>
            <a:r>
              <a:rPr lang="en-US" sz="2900" b="1" dirty="0" err="1"/>
              <a:t>предвижда</a:t>
            </a:r>
            <a:r>
              <a:rPr lang="en-US" sz="2900" b="1" dirty="0"/>
              <a:t> </a:t>
            </a:r>
            <a:r>
              <a:rPr lang="en-US" sz="2900" b="1" dirty="0" err="1"/>
              <a:t>развитието</a:t>
            </a:r>
            <a:r>
              <a:rPr lang="en-US" sz="2900" b="1" dirty="0"/>
              <a:t> </a:t>
            </a:r>
            <a:r>
              <a:rPr lang="en-US" sz="2900" b="1" dirty="0" err="1"/>
              <a:t>на</a:t>
            </a:r>
            <a:r>
              <a:rPr lang="en-US" sz="2900" b="1" dirty="0"/>
              <a:t> </a:t>
            </a:r>
            <a:r>
              <a:rPr lang="en-US" sz="2900" b="1" dirty="0" err="1"/>
              <a:t>ситуацията</a:t>
            </a:r>
            <a:r>
              <a:rPr lang="en-US" sz="2900" b="1" dirty="0"/>
              <a:t> и </a:t>
            </a:r>
            <a:r>
              <a:rPr lang="en-US" sz="2900" b="1" dirty="0" err="1"/>
              <a:t>да</a:t>
            </a:r>
            <a:r>
              <a:rPr lang="en-US" sz="2900" b="1" dirty="0"/>
              <a:t> </a:t>
            </a:r>
            <a:r>
              <a:rPr lang="en-US" sz="2900" b="1" dirty="0" err="1"/>
              <a:t>предотвратява</a:t>
            </a:r>
            <a:r>
              <a:rPr lang="en-US" sz="2900" b="1" dirty="0"/>
              <a:t> </a:t>
            </a:r>
            <a:r>
              <a:rPr lang="en-US" sz="2900" b="1" dirty="0" err="1"/>
              <a:t>рискови</a:t>
            </a:r>
            <a:r>
              <a:rPr lang="en-US" sz="2900" b="1" dirty="0"/>
              <a:t> </a:t>
            </a:r>
            <a:r>
              <a:rPr lang="en-US" sz="2900" b="1" dirty="0" err="1"/>
              <a:t>ситуации</a:t>
            </a:r>
            <a:r>
              <a:rPr lang="en-US" sz="2900" b="1" dirty="0"/>
              <a:t> </a:t>
            </a:r>
            <a:r>
              <a:rPr lang="en-US" sz="2900" b="1" dirty="0" err="1"/>
              <a:t>още</a:t>
            </a:r>
            <a:r>
              <a:rPr lang="en-US" sz="2900" b="1" dirty="0"/>
              <a:t> </a:t>
            </a:r>
            <a:r>
              <a:rPr lang="en-US" sz="2900" b="1" dirty="0" err="1"/>
              <a:t>преди</a:t>
            </a:r>
            <a:r>
              <a:rPr lang="en-US" sz="2900" b="1" dirty="0"/>
              <a:t> </a:t>
            </a:r>
            <a:r>
              <a:rPr lang="en-US" sz="2900" b="1" dirty="0" err="1"/>
              <a:t>те</a:t>
            </a:r>
            <a:r>
              <a:rPr lang="en-US" sz="2900" b="1" dirty="0"/>
              <a:t> </a:t>
            </a:r>
            <a:r>
              <a:rPr lang="en-US" sz="2900" b="1" dirty="0" err="1"/>
              <a:t>да</a:t>
            </a:r>
            <a:r>
              <a:rPr lang="en-US" sz="2900" b="1" dirty="0"/>
              <a:t> </a:t>
            </a:r>
            <a:r>
              <a:rPr lang="en-US" sz="2900" b="1" dirty="0" err="1"/>
              <a:t>са</a:t>
            </a:r>
            <a:r>
              <a:rPr lang="en-US" sz="2900" b="1" dirty="0"/>
              <a:t> </a:t>
            </a:r>
            <a:r>
              <a:rPr lang="en-US" sz="2900" b="1" dirty="0" err="1"/>
              <a:t>възникнали</a:t>
            </a:r>
            <a:r>
              <a:rPr lang="en-US" sz="2900" b="1" dirty="0"/>
              <a:t>.</a:t>
            </a:r>
            <a:br>
              <a:rPr lang="en-US" sz="2900" b="1" dirty="0"/>
            </a:br>
            <a:r>
              <a:rPr lang="en-US" sz="2900" b="1" dirty="0"/>
              <a:t/>
            </a:r>
            <a:br>
              <a:rPr lang="en-US" sz="2900" b="1" dirty="0"/>
            </a:br>
            <a:r>
              <a:rPr lang="en-US" sz="2900" b="1" dirty="0" err="1"/>
              <a:t>Добрата</a:t>
            </a:r>
            <a:r>
              <a:rPr lang="en-US" sz="2900" b="1" dirty="0"/>
              <a:t> </a:t>
            </a:r>
            <a:r>
              <a:rPr lang="en-US" sz="2900" b="1" dirty="0" err="1"/>
              <a:t>осведоменост</a:t>
            </a:r>
            <a:r>
              <a:rPr lang="en-US" sz="2900" b="1" dirty="0"/>
              <a:t> </a:t>
            </a:r>
            <a:r>
              <a:rPr lang="en-US" sz="2900" b="1" dirty="0" err="1"/>
              <a:t>намалява</a:t>
            </a:r>
            <a:r>
              <a:rPr lang="en-US" sz="2900" b="1" dirty="0"/>
              <a:t> </a:t>
            </a:r>
            <a:r>
              <a:rPr lang="en-US" sz="2900" b="1" dirty="0" err="1"/>
              <a:t>вероятността</a:t>
            </a:r>
            <a:r>
              <a:rPr lang="en-US" sz="2900" b="1" dirty="0"/>
              <a:t> </a:t>
            </a:r>
            <a:r>
              <a:rPr lang="en-US" sz="2900" b="1" dirty="0" err="1"/>
              <a:t>от</a:t>
            </a:r>
            <a:r>
              <a:rPr lang="en-US" sz="2900" b="1" dirty="0"/>
              <a:t> </a:t>
            </a:r>
            <a:r>
              <a:rPr lang="en-US" sz="2900" b="1" dirty="0" err="1"/>
              <a:t>прибързани</a:t>
            </a:r>
            <a:r>
              <a:rPr lang="en-US" sz="2900" b="1" dirty="0"/>
              <a:t> и </a:t>
            </a:r>
            <a:r>
              <a:rPr lang="en-US" sz="2900" b="1" dirty="0" err="1"/>
              <a:t>неправилни</a:t>
            </a:r>
            <a:r>
              <a:rPr lang="en-US" sz="2900" b="1" dirty="0"/>
              <a:t> </a:t>
            </a:r>
            <a:r>
              <a:rPr lang="en-US" sz="2900" b="1" dirty="0" err="1"/>
              <a:t>решения</a:t>
            </a:r>
            <a:r>
              <a:rPr lang="en-US" sz="2900" b="1" dirty="0"/>
              <a:t>. </a:t>
            </a:r>
            <a:r>
              <a:rPr lang="en-US" sz="2900" b="1" dirty="0" err="1"/>
              <a:t>Водачът</a:t>
            </a:r>
            <a:r>
              <a:rPr lang="en-US" sz="2900" b="1" dirty="0"/>
              <a:t> </a:t>
            </a:r>
            <a:r>
              <a:rPr lang="en-US" sz="2900" b="1" dirty="0" err="1"/>
              <a:t>трябва</a:t>
            </a:r>
            <a:r>
              <a:rPr lang="en-US" sz="2900" b="1" dirty="0"/>
              <a:t> </a:t>
            </a:r>
            <a:r>
              <a:rPr lang="en-US" sz="2900" b="1" dirty="0" err="1"/>
              <a:t>постоянно</a:t>
            </a:r>
            <a:r>
              <a:rPr lang="en-US" sz="2900" b="1" dirty="0"/>
              <a:t> </a:t>
            </a:r>
            <a:r>
              <a:rPr lang="en-US" sz="2900" b="1" dirty="0" err="1"/>
              <a:t>да</a:t>
            </a:r>
            <a:r>
              <a:rPr lang="en-US" sz="2900" b="1" dirty="0"/>
              <a:t> </a:t>
            </a:r>
            <a:r>
              <a:rPr lang="en-US" sz="2900" b="1" dirty="0" err="1"/>
              <a:t>следи</a:t>
            </a:r>
            <a:r>
              <a:rPr lang="en-US" sz="2900" b="1" dirty="0"/>
              <a:t> </a:t>
            </a:r>
            <a:r>
              <a:rPr lang="en-US" sz="2900" b="1" dirty="0" err="1"/>
              <a:t>пътната</a:t>
            </a:r>
            <a:r>
              <a:rPr lang="en-US" sz="2900" b="1" dirty="0"/>
              <a:t> </a:t>
            </a:r>
            <a:r>
              <a:rPr lang="en-US" sz="2900" b="1" dirty="0" err="1"/>
              <a:t>обстановка</a:t>
            </a:r>
            <a:r>
              <a:rPr lang="en-US" sz="2900" b="1" dirty="0"/>
              <a:t>, </a:t>
            </a:r>
            <a:r>
              <a:rPr lang="en-US" sz="2900" b="1" dirty="0" err="1"/>
              <a:t>поведението</a:t>
            </a:r>
            <a:r>
              <a:rPr lang="en-US" sz="2900" b="1" dirty="0"/>
              <a:t> </a:t>
            </a:r>
            <a:r>
              <a:rPr lang="en-US" sz="2900" b="1" dirty="0" err="1"/>
              <a:t>на</a:t>
            </a:r>
            <a:r>
              <a:rPr lang="en-US" sz="2900" b="1" dirty="0"/>
              <a:t> </a:t>
            </a:r>
            <a:r>
              <a:rPr lang="en-US" sz="2900" b="1" dirty="0" err="1"/>
              <a:t>останалите</a:t>
            </a:r>
            <a:r>
              <a:rPr lang="en-US" sz="2900" b="1" dirty="0"/>
              <a:t> </a:t>
            </a:r>
            <a:r>
              <a:rPr lang="en-US" sz="2900" b="1" dirty="0" err="1"/>
              <a:t>участници</a:t>
            </a:r>
            <a:r>
              <a:rPr lang="en-US" sz="2900" b="1" dirty="0"/>
              <a:t> в </a:t>
            </a:r>
            <a:r>
              <a:rPr lang="en-US" sz="2900" b="1" dirty="0" err="1"/>
              <a:t>движението</a:t>
            </a:r>
            <a:r>
              <a:rPr lang="en-US" sz="2900" b="1" dirty="0"/>
              <a:t> и </a:t>
            </a:r>
            <a:r>
              <a:rPr lang="en-US" sz="2900" b="1" dirty="0" err="1"/>
              <a:t>възможните</a:t>
            </a:r>
            <a:r>
              <a:rPr lang="en-US" sz="2900" b="1" dirty="0"/>
              <a:t> </a:t>
            </a:r>
            <a:r>
              <a:rPr lang="en-US" sz="2900" b="1" dirty="0" err="1"/>
              <a:t>промени</a:t>
            </a:r>
            <a:r>
              <a:rPr lang="en-US" sz="2900" b="1" dirty="0"/>
              <a:t> в </a:t>
            </a:r>
            <a:r>
              <a:rPr lang="en-US" sz="2900" b="1" dirty="0" err="1"/>
              <a:t>условията</a:t>
            </a:r>
            <a:r>
              <a:rPr lang="en-US" sz="2900" b="1" dirty="0"/>
              <a:t> </a:t>
            </a:r>
            <a:r>
              <a:rPr lang="en-US" sz="2900" b="1" dirty="0" err="1"/>
              <a:t>на</a:t>
            </a:r>
            <a:r>
              <a:rPr lang="en-US" sz="2900" b="1" dirty="0"/>
              <a:t> </a:t>
            </a:r>
            <a:r>
              <a:rPr lang="en-US" sz="2900" b="1" dirty="0" err="1"/>
              <a:t>пътя</a:t>
            </a:r>
            <a:r>
              <a:rPr lang="en-US" sz="2900" b="1" dirty="0"/>
              <a:t>.</a:t>
            </a:r>
            <a:br>
              <a:rPr lang="en-US" sz="2900" b="1" dirty="0"/>
            </a:br>
            <a:r>
              <a:rPr lang="en-US" sz="2900" b="1" dirty="0"/>
              <a:t/>
            </a:r>
            <a:br>
              <a:rPr lang="en-US" sz="2900" b="1" dirty="0"/>
            </a:br>
            <a:r>
              <a:rPr lang="en-US" sz="2900" b="1" dirty="0" err="1"/>
              <a:t>При</a:t>
            </a:r>
            <a:r>
              <a:rPr lang="en-US" sz="2900" b="1" dirty="0"/>
              <a:t> </a:t>
            </a:r>
            <a:r>
              <a:rPr lang="en-US" sz="2900" b="1" dirty="0" err="1"/>
              <a:t>управление</a:t>
            </a:r>
            <a:r>
              <a:rPr lang="en-US" sz="2900" b="1" dirty="0"/>
              <a:t> </a:t>
            </a:r>
            <a:r>
              <a:rPr lang="en-US" sz="2900" b="1" dirty="0" err="1"/>
              <a:t>на</a:t>
            </a:r>
            <a:r>
              <a:rPr lang="en-US" sz="2900" b="1" dirty="0"/>
              <a:t> </a:t>
            </a:r>
            <a:r>
              <a:rPr lang="en-US" sz="2900" b="1" dirty="0" err="1"/>
              <a:t>автомобил</a:t>
            </a:r>
            <a:r>
              <a:rPr lang="en-US" sz="2900" b="1" dirty="0"/>
              <a:t> </a:t>
            </a:r>
            <a:r>
              <a:rPr lang="en-US" sz="2900" b="1" dirty="0" err="1"/>
              <a:t>всяка</a:t>
            </a:r>
            <a:r>
              <a:rPr lang="en-US" sz="2900" b="1" dirty="0"/>
              <a:t> </a:t>
            </a:r>
            <a:r>
              <a:rPr lang="en-US" sz="2900" b="1" dirty="0" err="1"/>
              <a:t>секунда</a:t>
            </a:r>
            <a:r>
              <a:rPr lang="en-US" sz="2900" b="1" dirty="0"/>
              <a:t> </a:t>
            </a:r>
            <a:r>
              <a:rPr lang="en-US" sz="2900" b="1" dirty="0" err="1"/>
              <a:t>има</a:t>
            </a:r>
            <a:r>
              <a:rPr lang="en-US" sz="2900" b="1" dirty="0"/>
              <a:t> </a:t>
            </a:r>
            <a:r>
              <a:rPr lang="en-US" sz="2900" b="1" dirty="0" err="1"/>
              <a:t>значение</a:t>
            </a:r>
            <a:r>
              <a:rPr lang="en-US" sz="2900" b="1" dirty="0"/>
              <a:t> и </a:t>
            </a:r>
            <a:r>
              <a:rPr lang="en-US" sz="2900" b="1" dirty="0" err="1"/>
              <a:t>именно</a:t>
            </a:r>
            <a:r>
              <a:rPr lang="en-US" sz="2900" b="1" dirty="0"/>
              <a:t> </a:t>
            </a:r>
            <a:r>
              <a:rPr lang="en-US" sz="2900" b="1" dirty="0" err="1"/>
              <a:t>навременната</a:t>
            </a:r>
            <a:r>
              <a:rPr lang="en-US" sz="2900" b="1" dirty="0"/>
              <a:t> </a:t>
            </a:r>
            <a:r>
              <a:rPr lang="en-US" sz="2900" b="1" dirty="0" err="1"/>
              <a:t>реакция</a:t>
            </a:r>
            <a:r>
              <a:rPr lang="en-US" sz="2900" b="1" dirty="0"/>
              <a:t> </a:t>
            </a:r>
            <a:r>
              <a:rPr lang="en-US" sz="2900" b="1" dirty="0" err="1"/>
              <a:t>често</a:t>
            </a:r>
            <a:r>
              <a:rPr lang="en-US" sz="2900" b="1" dirty="0"/>
              <a:t> </a:t>
            </a:r>
            <a:r>
              <a:rPr lang="en-US" sz="2900" b="1" dirty="0" err="1"/>
              <a:t>предотвратява</a:t>
            </a:r>
            <a:r>
              <a:rPr lang="en-US" sz="2900" b="1" dirty="0"/>
              <a:t> </a:t>
            </a:r>
            <a:r>
              <a:rPr lang="en-US" sz="2900" b="1" dirty="0" err="1"/>
              <a:t>възникването</a:t>
            </a:r>
            <a:r>
              <a:rPr lang="en-US" sz="2900" b="1" dirty="0"/>
              <a:t> </a:t>
            </a:r>
            <a:r>
              <a:rPr lang="en-US" sz="2900" b="1" dirty="0" err="1"/>
              <a:t>на</a:t>
            </a:r>
            <a:r>
              <a:rPr lang="en-US" sz="2900" b="1" dirty="0"/>
              <a:t> </a:t>
            </a:r>
            <a:r>
              <a:rPr lang="en-US" sz="2900" b="1" dirty="0" err="1"/>
              <a:t>пътнотранспортно</a:t>
            </a:r>
            <a:r>
              <a:rPr lang="en-US" sz="2900" b="1" dirty="0"/>
              <a:t> </a:t>
            </a:r>
            <a:r>
              <a:rPr lang="en-US" sz="2900" b="1" dirty="0" err="1"/>
              <a:t>произшествие</a:t>
            </a:r>
            <a:r>
              <a:rPr lang="en-US" sz="2900" b="1" dirty="0"/>
              <a:t>. </a:t>
            </a:r>
            <a:r>
              <a:rPr lang="en-US" sz="2900" b="1" dirty="0" err="1"/>
              <a:t>Осведомеността</a:t>
            </a:r>
            <a:r>
              <a:rPr lang="en-US" sz="2900" b="1" dirty="0"/>
              <a:t> </a:t>
            </a:r>
            <a:r>
              <a:rPr lang="en-US" sz="2900" b="1" dirty="0" err="1"/>
              <a:t>се</a:t>
            </a:r>
            <a:r>
              <a:rPr lang="en-US" sz="2900" b="1" dirty="0"/>
              <a:t> </a:t>
            </a:r>
            <a:r>
              <a:rPr lang="en-US" sz="2900" b="1" dirty="0" err="1"/>
              <a:t>изгражда</a:t>
            </a:r>
            <a:r>
              <a:rPr lang="en-US" sz="2900" b="1" dirty="0"/>
              <a:t> </a:t>
            </a:r>
            <a:r>
              <a:rPr lang="en-US" sz="2900" b="1" dirty="0" err="1"/>
              <a:t>чрез</a:t>
            </a:r>
            <a:r>
              <a:rPr lang="en-US" sz="2900" b="1" dirty="0"/>
              <a:t> </a:t>
            </a:r>
            <a:r>
              <a:rPr lang="en-US" sz="2900" b="1" dirty="0" err="1"/>
              <a:t>обучение</a:t>
            </a:r>
            <a:r>
              <a:rPr lang="en-US" sz="2900" b="1" dirty="0"/>
              <a:t>, </a:t>
            </a:r>
            <a:r>
              <a:rPr lang="en-US" sz="2900" b="1" dirty="0" err="1"/>
              <a:t>практика</a:t>
            </a:r>
            <a:r>
              <a:rPr lang="en-US" sz="2900" b="1" dirty="0"/>
              <a:t> и </a:t>
            </a:r>
            <a:r>
              <a:rPr lang="en-US" sz="2900" b="1" dirty="0" err="1"/>
              <a:t>натрупване</a:t>
            </a:r>
            <a:r>
              <a:rPr lang="en-US" sz="2900" b="1" dirty="0"/>
              <a:t> </a:t>
            </a:r>
            <a:r>
              <a:rPr lang="en-US" sz="2900" b="1" dirty="0" err="1"/>
              <a:t>на</a:t>
            </a:r>
            <a:r>
              <a:rPr lang="en-US" sz="2900" b="1" dirty="0"/>
              <a:t> </a:t>
            </a:r>
            <a:r>
              <a:rPr lang="en-US" sz="2900" b="1" dirty="0" err="1"/>
              <a:t>опит</a:t>
            </a:r>
            <a:r>
              <a:rPr lang="en-US" sz="2900" b="1" dirty="0"/>
              <a:t>.</a:t>
            </a:r>
            <a:br>
              <a:rPr lang="en-US" sz="2900" b="1" dirty="0"/>
            </a:br>
            <a:r>
              <a:rPr lang="en-US" sz="2900" b="1" dirty="0"/>
              <a:t/>
            </a:r>
            <a:br>
              <a:rPr lang="en-US" sz="2900" b="1" dirty="0"/>
            </a:br>
            <a:r>
              <a:rPr lang="en-US" sz="2900" b="1" dirty="0" err="1"/>
              <a:t>Осведомеността</a:t>
            </a:r>
            <a:r>
              <a:rPr lang="en-US" sz="2900" b="1" dirty="0"/>
              <a:t> е </a:t>
            </a:r>
            <a:r>
              <a:rPr lang="en-US" sz="2900" b="1" dirty="0" err="1"/>
              <a:t>пряко</a:t>
            </a:r>
            <a:r>
              <a:rPr lang="en-US" sz="2900" b="1" dirty="0"/>
              <a:t> </a:t>
            </a:r>
            <a:r>
              <a:rPr lang="en-US" sz="2900" b="1" dirty="0" err="1"/>
              <a:t>свързана</a:t>
            </a:r>
            <a:r>
              <a:rPr lang="en-US" sz="2900" b="1" dirty="0"/>
              <a:t> </a:t>
            </a:r>
            <a:r>
              <a:rPr lang="en-US" sz="2900" b="1" dirty="0" err="1"/>
              <a:t>със</a:t>
            </a:r>
            <a:r>
              <a:rPr lang="en-US" sz="2900" b="1" dirty="0"/>
              <a:t> </a:t>
            </a:r>
            <a:r>
              <a:rPr lang="en-US" sz="2900" b="1" dirty="0" err="1"/>
              <a:t>самоконтрола</a:t>
            </a:r>
            <a:r>
              <a:rPr lang="en-US" sz="2900" b="1" dirty="0"/>
              <a:t>, </a:t>
            </a:r>
            <a:r>
              <a:rPr lang="en-US" sz="2900" b="1" dirty="0" err="1"/>
              <a:t>дисциплината</a:t>
            </a:r>
            <a:r>
              <a:rPr lang="en-US" sz="2900" b="1" dirty="0"/>
              <a:t> и </a:t>
            </a:r>
            <a:r>
              <a:rPr lang="en-US" sz="2900" b="1" dirty="0" err="1"/>
              <a:t>уважението</a:t>
            </a:r>
            <a:r>
              <a:rPr lang="en-US" sz="2900" b="1" dirty="0"/>
              <a:t> </a:t>
            </a:r>
            <a:r>
              <a:rPr lang="en-US" sz="2900" b="1" dirty="0" err="1"/>
              <a:t>към</a:t>
            </a:r>
            <a:r>
              <a:rPr lang="en-US" sz="2900" b="1" dirty="0"/>
              <a:t> </a:t>
            </a:r>
            <a:r>
              <a:rPr lang="en-US" sz="2900" b="1" dirty="0" err="1"/>
              <a:t>останалите</a:t>
            </a:r>
            <a:r>
              <a:rPr lang="en-US" sz="2900" b="1" dirty="0"/>
              <a:t> </a:t>
            </a:r>
            <a:r>
              <a:rPr lang="en-US" sz="2900" b="1" dirty="0" err="1"/>
              <a:t>участници</a:t>
            </a:r>
            <a:r>
              <a:rPr lang="en-US" sz="2900" b="1" dirty="0"/>
              <a:t> в </a:t>
            </a:r>
            <a:r>
              <a:rPr lang="en-US" sz="2900" b="1" dirty="0" err="1"/>
              <a:t>движението</a:t>
            </a:r>
            <a:r>
              <a:rPr lang="en-US" sz="2900" b="1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4140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1295401" y="801828"/>
            <a:ext cx="9601196" cy="1303867"/>
          </a:xfrm>
        </p:spPr>
        <p:txBody>
          <a:bodyPr>
            <a:normAutofit fontScale="90000"/>
          </a:bodyPr>
          <a:lstStyle/>
          <a:p>
            <a:r>
              <a:rPr lang="en-US" b="1" dirty="0" err="1"/>
              <a:t>Заключение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1295401" y="1584101"/>
            <a:ext cx="9601196" cy="4291767"/>
          </a:xfrm>
        </p:spPr>
        <p:txBody>
          <a:bodyPr>
            <a:normAutofit fontScale="62500" lnSpcReduction="20000"/>
          </a:bodyPr>
          <a:lstStyle/>
          <a:p>
            <a:r>
              <a:rPr lang="en-US" sz="2900" b="1" dirty="0"/>
              <a:t>GDE </a:t>
            </a:r>
            <a:r>
              <a:rPr lang="en-US" sz="2900" b="1" dirty="0" err="1"/>
              <a:t>матрицата</a:t>
            </a:r>
            <a:r>
              <a:rPr lang="en-US" sz="2900" b="1" dirty="0"/>
              <a:t> е </a:t>
            </a:r>
            <a:r>
              <a:rPr lang="en-US" sz="2900" b="1" dirty="0" err="1"/>
              <a:t>важен</a:t>
            </a:r>
            <a:r>
              <a:rPr lang="en-US" sz="2900" b="1" dirty="0"/>
              <a:t> </a:t>
            </a:r>
            <a:r>
              <a:rPr lang="en-US" sz="2900" b="1" dirty="0" err="1"/>
              <a:t>инструмент</a:t>
            </a:r>
            <a:r>
              <a:rPr lang="en-US" sz="2900" b="1" dirty="0"/>
              <a:t> </a:t>
            </a:r>
            <a:r>
              <a:rPr lang="en-US" sz="2900" b="1" dirty="0" err="1"/>
              <a:t>за</a:t>
            </a:r>
            <a:r>
              <a:rPr lang="en-US" sz="2900" b="1" dirty="0"/>
              <a:t> </a:t>
            </a:r>
            <a:r>
              <a:rPr lang="en-US" sz="2900" b="1" dirty="0" err="1"/>
              <a:t>съвременното</a:t>
            </a:r>
            <a:r>
              <a:rPr lang="en-US" sz="2900" b="1" dirty="0"/>
              <a:t> </a:t>
            </a:r>
            <a:r>
              <a:rPr lang="en-US" sz="2900" b="1" dirty="0" err="1"/>
              <a:t>обучение</a:t>
            </a:r>
            <a:r>
              <a:rPr lang="en-US" sz="2900" b="1" dirty="0"/>
              <a:t> </a:t>
            </a:r>
            <a:r>
              <a:rPr lang="en-US" sz="2900" b="1" dirty="0" err="1"/>
              <a:t>на</a:t>
            </a:r>
            <a:r>
              <a:rPr lang="en-US" sz="2900" b="1" dirty="0"/>
              <a:t> </a:t>
            </a:r>
            <a:r>
              <a:rPr lang="en-US" sz="2900" b="1" dirty="0" err="1"/>
              <a:t>водачи</a:t>
            </a:r>
            <a:r>
              <a:rPr lang="en-US" sz="2900" b="1" dirty="0"/>
              <a:t>. </a:t>
            </a:r>
            <a:r>
              <a:rPr lang="en-US" sz="2900" b="1" dirty="0" err="1"/>
              <a:t>Тя</a:t>
            </a:r>
            <a:r>
              <a:rPr lang="en-US" sz="2900" b="1" dirty="0"/>
              <a:t> </a:t>
            </a:r>
            <a:r>
              <a:rPr lang="en-US" sz="2900" b="1" dirty="0" err="1"/>
              <a:t>разглежда</a:t>
            </a:r>
            <a:r>
              <a:rPr lang="en-US" sz="2900" b="1" dirty="0"/>
              <a:t> </a:t>
            </a:r>
            <a:r>
              <a:rPr lang="en-US" sz="2900" b="1" dirty="0" err="1"/>
              <a:t>не</a:t>
            </a:r>
            <a:r>
              <a:rPr lang="en-US" sz="2900" b="1" dirty="0"/>
              <a:t> </a:t>
            </a:r>
            <a:r>
              <a:rPr lang="en-US" sz="2900" b="1" dirty="0" err="1"/>
              <a:t>само</a:t>
            </a:r>
            <a:r>
              <a:rPr lang="en-US" sz="2900" b="1" dirty="0"/>
              <a:t> </a:t>
            </a:r>
            <a:r>
              <a:rPr lang="en-US" sz="2900" b="1" dirty="0" err="1"/>
              <a:t>техническите</a:t>
            </a:r>
            <a:r>
              <a:rPr lang="en-US" sz="2900" b="1" dirty="0"/>
              <a:t> </a:t>
            </a:r>
            <a:r>
              <a:rPr lang="en-US" sz="2900" b="1" dirty="0" err="1"/>
              <a:t>умения</a:t>
            </a:r>
            <a:r>
              <a:rPr lang="en-US" sz="2900" b="1" dirty="0"/>
              <a:t>, </a:t>
            </a:r>
            <a:r>
              <a:rPr lang="en-US" sz="2900" b="1" dirty="0" err="1"/>
              <a:t>но</a:t>
            </a:r>
            <a:r>
              <a:rPr lang="en-US" sz="2900" b="1" dirty="0"/>
              <a:t> и </a:t>
            </a:r>
            <a:r>
              <a:rPr lang="en-US" sz="2900" b="1" dirty="0" err="1"/>
              <a:t>психологическите</a:t>
            </a:r>
            <a:r>
              <a:rPr lang="en-US" sz="2900" b="1" dirty="0"/>
              <a:t> и </a:t>
            </a:r>
            <a:r>
              <a:rPr lang="en-US" sz="2900" b="1" dirty="0" err="1"/>
              <a:t>поведенческите</a:t>
            </a:r>
            <a:r>
              <a:rPr lang="en-US" sz="2900" b="1" dirty="0"/>
              <a:t> </a:t>
            </a:r>
            <a:r>
              <a:rPr lang="en-US" sz="2900" b="1" dirty="0" err="1"/>
              <a:t>фактори</a:t>
            </a:r>
            <a:r>
              <a:rPr lang="en-US" sz="2900" b="1" dirty="0"/>
              <a:t>, </a:t>
            </a:r>
            <a:r>
              <a:rPr lang="en-US" sz="2900" b="1" dirty="0" err="1"/>
              <a:t>които</a:t>
            </a:r>
            <a:r>
              <a:rPr lang="en-US" sz="2900" b="1" dirty="0"/>
              <a:t> </a:t>
            </a:r>
            <a:r>
              <a:rPr lang="en-US" sz="2900" b="1" dirty="0" err="1"/>
              <a:t>влияят</a:t>
            </a:r>
            <a:r>
              <a:rPr lang="en-US" sz="2900" b="1" dirty="0"/>
              <a:t> </a:t>
            </a:r>
            <a:r>
              <a:rPr lang="en-US" sz="2900" b="1" dirty="0" err="1"/>
              <a:t>върху</a:t>
            </a:r>
            <a:r>
              <a:rPr lang="en-US" sz="2900" b="1" dirty="0"/>
              <a:t> </a:t>
            </a:r>
            <a:r>
              <a:rPr lang="en-US" sz="2900" b="1" dirty="0" err="1"/>
              <a:t>безопасността</a:t>
            </a:r>
            <a:r>
              <a:rPr lang="en-US" sz="2900" b="1" dirty="0"/>
              <a:t> </a:t>
            </a:r>
            <a:r>
              <a:rPr lang="en-US" sz="2900" b="1" dirty="0" err="1"/>
              <a:t>на</a:t>
            </a:r>
            <a:r>
              <a:rPr lang="en-US" sz="2900" b="1" dirty="0"/>
              <a:t> </a:t>
            </a:r>
            <a:r>
              <a:rPr lang="en-US" sz="2900" b="1" dirty="0" err="1"/>
              <a:t>движението</a:t>
            </a:r>
            <a:r>
              <a:rPr lang="en-US" sz="2900" b="1" dirty="0"/>
              <a:t>.</a:t>
            </a:r>
            <a:br>
              <a:rPr lang="en-US" sz="2900" b="1" dirty="0"/>
            </a:br>
            <a:r>
              <a:rPr lang="en-US" sz="2900" b="1" dirty="0"/>
              <a:t/>
            </a:r>
            <a:br>
              <a:rPr lang="en-US" sz="2900" b="1" dirty="0"/>
            </a:br>
            <a:r>
              <a:rPr lang="en-US" sz="2900" b="1" dirty="0" err="1"/>
              <a:t>Практическият</a:t>
            </a:r>
            <a:r>
              <a:rPr lang="en-US" sz="2900" b="1" dirty="0"/>
              <a:t> </a:t>
            </a:r>
            <a:r>
              <a:rPr lang="en-US" sz="2900" b="1" dirty="0" err="1"/>
              <a:t>изпит</a:t>
            </a:r>
            <a:r>
              <a:rPr lang="en-US" sz="2900" b="1" dirty="0"/>
              <a:t> </a:t>
            </a:r>
            <a:r>
              <a:rPr lang="en-US" sz="2900" b="1" dirty="0" err="1"/>
              <a:t>има</a:t>
            </a:r>
            <a:r>
              <a:rPr lang="en-US" sz="2900" b="1" dirty="0"/>
              <a:t> </a:t>
            </a:r>
            <a:r>
              <a:rPr lang="en-US" sz="2900" b="1" dirty="0" err="1"/>
              <a:t>ключова</a:t>
            </a:r>
            <a:r>
              <a:rPr lang="en-US" sz="2900" b="1" dirty="0"/>
              <a:t> </a:t>
            </a:r>
            <a:r>
              <a:rPr lang="en-US" sz="2900" b="1" dirty="0" err="1"/>
              <a:t>роля</a:t>
            </a:r>
            <a:r>
              <a:rPr lang="en-US" sz="2900" b="1" dirty="0"/>
              <a:t> </a:t>
            </a:r>
            <a:r>
              <a:rPr lang="en-US" sz="2900" b="1" dirty="0" err="1"/>
              <a:t>при</a:t>
            </a:r>
            <a:r>
              <a:rPr lang="en-US" sz="2900" b="1" dirty="0"/>
              <a:t> </a:t>
            </a:r>
            <a:r>
              <a:rPr lang="en-US" sz="2900" b="1" dirty="0" err="1"/>
              <a:t>оценяването</a:t>
            </a:r>
            <a:r>
              <a:rPr lang="en-US" sz="2900" b="1" dirty="0"/>
              <a:t> </a:t>
            </a:r>
            <a:r>
              <a:rPr lang="en-US" sz="2900" b="1" dirty="0" err="1"/>
              <a:t>на</a:t>
            </a:r>
            <a:r>
              <a:rPr lang="en-US" sz="2900" b="1" dirty="0"/>
              <a:t> </a:t>
            </a:r>
            <a:r>
              <a:rPr lang="en-US" sz="2900" b="1" dirty="0" err="1"/>
              <a:t>кандидатите</a:t>
            </a:r>
            <a:r>
              <a:rPr lang="en-US" sz="2900" b="1" dirty="0"/>
              <a:t> </a:t>
            </a:r>
            <a:r>
              <a:rPr lang="en-US" sz="2900" b="1" dirty="0" err="1"/>
              <a:t>за</a:t>
            </a:r>
            <a:r>
              <a:rPr lang="en-US" sz="2900" b="1" dirty="0"/>
              <a:t> </a:t>
            </a:r>
            <a:r>
              <a:rPr lang="en-US" sz="2900" b="1" dirty="0" err="1"/>
              <a:t>водачи</a:t>
            </a:r>
            <a:r>
              <a:rPr lang="en-US" sz="2900" b="1" dirty="0"/>
              <a:t>. </a:t>
            </a:r>
            <a:r>
              <a:rPr lang="en-US" sz="2900" b="1" dirty="0" err="1"/>
              <a:t>Чрез</a:t>
            </a:r>
            <a:r>
              <a:rPr lang="en-US" sz="2900" b="1" dirty="0"/>
              <a:t> </a:t>
            </a:r>
            <a:r>
              <a:rPr lang="en-US" sz="2900" b="1" dirty="0" err="1"/>
              <a:t>задаването</a:t>
            </a:r>
            <a:r>
              <a:rPr lang="en-US" sz="2900" b="1" dirty="0"/>
              <a:t> </a:t>
            </a:r>
            <a:r>
              <a:rPr lang="en-US" sz="2900" b="1" dirty="0" err="1"/>
              <a:t>на</a:t>
            </a:r>
            <a:r>
              <a:rPr lang="en-US" sz="2900" b="1" dirty="0"/>
              <a:t> </a:t>
            </a:r>
            <a:r>
              <a:rPr lang="en-US" sz="2900" b="1" dirty="0" err="1"/>
              <a:t>въпроси</a:t>
            </a:r>
            <a:r>
              <a:rPr lang="en-US" sz="2900" b="1" dirty="0"/>
              <a:t> </a:t>
            </a:r>
            <a:r>
              <a:rPr lang="en-US" sz="2900" b="1" dirty="0" err="1"/>
              <a:t>изпитващият</a:t>
            </a:r>
            <a:r>
              <a:rPr lang="en-US" sz="2900" b="1" dirty="0"/>
              <a:t> </a:t>
            </a:r>
            <a:r>
              <a:rPr lang="en-US" sz="2900" b="1" dirty="0" err="1"/>
              <a:t>може</a:t>
            </a:r>
            <a:r>
              <a:rPr lang="en-US" sz="2900" b="1" dirty="0"/>
              <a:t> </a:t>
            </a:r>
            <a:r>
              <a:rPr lang="en-US" sz="2900" b="1" dirty="0" err="1"/>
              <a:t>да</a:t>
            </a:r>
            <a:r>
              <a:rPr lang="en-US" sz="2900" b="1" dirty="0"/>
              <a:t> </a:t>
            </a:r>
            <a:r>
              <a:rPr lang="en-US" sz="2900" b="1" dirty="0" err="1"/>
              <a:t>провери</a:t>
            </a:r>
            <a:r>
              <a:rPr lang="en-US" sz="2900" b="1" dirty="0"/>
              <a:t> </a:t>
            </a:r>
            <a:r>
              <a:rPr lang="en-US" sz="2900" b="1" dirty="0" err="1"/>
              <a:t>нивото</a:t>
            </a:r>
            <a:r>
              <a:rPr lang="en-US" sz="2900" b="1" dirty="0"/>
              <a:t> </a:t>
            </a:r>
            <a:r>
              <a:rPr lang="en-US" sz="2900" b="1" dirty="0" err="1"/>
              <a:t>на</a:t>
            </a:r>
            <a:r>
              <a:rPr lang="en-US" sz="2900" b="1" dirty="0"/>
              <a:t> </a:t>
            </a:r>
            <a:r>
              <a:rPr lang="en-US" sz="2900" b="1" dirty="0" err="1"/>
              <a:t>осведоменост</a:t>
            </a:r>
            <a:r>
              <a:rPr lang="en-US" sz="2900" b="1" dirty="0"/>
              <a:t>, </a:t>
            </a:r>
            <a:r>
              <a:rPr lang="en-US" sz="2900" b="1" dirty="0" err="1"/>
              <a:t>начина</a:t>
            </a:r>
            <a:r>
              <a:rPr lang="en-US" sz="2900" b="1" dirty="0"/>
              <a:t> </a:t>
            </a:r>
            <a:r>
              <a:rPr lang="en-US" sz="2900" b="1" dirty="0" err="1"/>
              <a:t>на</a:t>
            </a:r>
            <a:r>
              <a:rPr lang="en-US" sz="2900" b="1" dirty="0"/>
              <a:t> </a:t>
            </a:r>
            <a:r>
              <a:rPr lang="en-US" sz="2900" b="1" dirty="0" err="1"/>
              <a:t>мислене</a:t>
            </a:r>
            <a:r>
              <a:rPr lang="en-US" sz="2900" b="1" dirty="0"/>
              <a:t> и </a:t>
            </a:r>
            <a:r>
              <a:rPr lang="en-US" sz="2900" b="1" dirty="0" err="1"/>
              <a:t>способността</a:t>
            </a:r>
            <a:r>
              <a:rPr lang="en-US" sz="2900" b="1" dirty="0"/>
              <a:t> </a:t>
            </a:r>
            <a:r>
              <a:rPr lang="en-US" sz="2900" b="1" dirty="0" err="1"/>
              <a:t>за</a:t>
            </a:r>
            <a:r>
              <a:rPr lang="en-US" sz="2900" b="1" dirty="0"/>
              <a:t> </a:t>
            </a:r>
            <a:r>
              <a:rPr lang="en-US" sz="2900" b="1" dirty="0" err="1"/>
              <a:t>оценка</a:t>
            </a:r>
            <a:r>
              <a:rPr lang="en-US" sz="2900" b="1" dirty="0"/>
              <a:t> </a:t>
            </a:r>
            <a:r>
              <a:rPr lang="en-US" sz="2900" b="1" dirty="0" err="1"/>
              <a:t>на</a:t>
            </a:r>
            <a:r>
              <a:rPr lang="en-US" sz="2900" b="1" dirty="0"/>
              <a:t> </a:t>
            </a:r>
            <a:r>
              <a:rPr lang="en-US" sz="2900" b="1" dirty="0" err="1"/>
              <a:t>риска</a:t>
            </a:r>
            <a:r>
              <a:rPr lang="en-US" sz="2900" b="1" dirty="0"/>
              <a:t>.</a:t>
            </a:r>
            <a:br>
              <a:rPr lang="en-US" sz="2900" b="1" dirty="0"/>
            </a:br>
            <a:r>
              <a:rPr lang="en-US" sz="2900" b="1" dirty="0"/>
              <a:t/>
            </a:r>
            <a:br>
              <a:rPr lang="en-US" sz="2900" b="1" dirty="0"/>
            </a:br>
            <a:r>
              <a:rPr lang="en-US" sz="2900" b="1" dirty="0"/>
              <a:t>В </a:t>
            </a:r>
            <a:r>
              <a:rPr lang="en-US" sz="2900" b="1" dirty="0" err="1"/>
              <a:t>условията</a:t>
            </a:r>
            <a:r>
              <a:rPr lang="en-US" sz="2900" b="1" dirty="0"/>
              <a:t> </a:t>
            </a:r>
            <a:r>
              <a:rPr lang="en-US" sz="2900" b="1" dirty="0" err="1"/>
              <a:t>на</a:t>
            </a:r>
            <a:r>
              <a:rPr lang="en-US" sz="2900" b="1" dirty="0"/>
              <a:t> </a:t>
            </a:r>
            <a:r>
              <a:rPr lang="en-US" sz="2900" b="1" dirty="0" err="1"/>
              <a:t>съвременното</a:t>
            </a:r>
            <a:r>
              <a:rPr lang="en-US" sz="2900" b="1" dirty="0"/>
              <a:t> </a:t>
            </a:r>
            <a:r>
              <a:rPr lang="en-US" sz="2900" b="1" dirty="0" err="1"/>
              <a:t>движение</a:t>
            </a:r>
            <a:r>
              <a:rPr lang="en-US" sz="2900" b="1" dirty="0"/>
              <a:t> </a:t>
            </a:r>
            <a:r>
              <a:rPr lang="en-US" sz="2900" b="1" dirty="0" err="1"/>
              <a:t>по</a:t>
            </a:r>
            <a:r>
              <a:rPr lang="en-US" sz="2900" b="1" dirty="0"/>
              <a:t> </a:t>
            </a:r>
            <a:r>
              <a:rPr lang="en-US" sz="2900" b="1" dirty="0" err="1"/>
              <a:t>пътищата</a:t>
            </a:r>
            <a:r>
              <a:rPr lang="en-US" sz="2900" b="1" dirty="0"/>
              <a:t> </a:t>
            </a:r>
            <a:r>
              <a:rPr lang="en-US" sz="2900" b="1" dirty="0" err="1"/>
              <a:t>ролята</a:t>
            </a:r>
            <a:r>
              <a:rPr lang="en-US" sz="2900" b="1" dirty="0"/>
              <a:t> </a:t>
            </a:r>
            <a:r>
              <a:rPr lang="en-US" sz="2900" b="1" dirty="0" err="1"/>
              <a:t>на</a:t>
            </a:r>
            <a:r>
              <a:rPr lang="en-US" sz="2900" b="1" dirty="0"/>
              <a:t> </a:t>
            </a:r>
            <a:r>
              <a:rPr lang="en-US" sz="2900" b="1" dirty="0" err="1"/>
              <a:t>добре</a:t>
            </a:r>
            <a:r>
              <a:rPr lang="en-US" sz="2900" b="1" dirty="0"/>
              <a:t> </a:t>
            </a:r>
            <a:r>
              <a:rPr lang="en-US" sz="2900" b="1" dirty="0" err="1"/>
              <a:t>подготвения</a:t>
            </a:r>
            <a:r>
              <a:rPr lang="en-US" sz="2900" b="1" dirty="0"/>
              <a:t> </a:t>
            </a:r>
            <a:r>
              <a:rPr lang="en-US" sz="2900" b="1" dirty="0" err="1"/>
              <a:t>водач</a:t>
            </a:r>
            <a:r>
              <a:rPr lang="en-US" sz="2900" b="1" dirty="0"/>
              <a:t> </a:t>
            </a:r>
            <a:r>
              <a:rPr lang="en-US" sz="2900" b="1" dirty="0" err="1"/>
              <a:t>става</a:t>
            </a:r>
            <a:r>
              <a:rPr lang="en-US" sz="2900" b="1" dirty="0"/>
              <a:t> </a:t>
            </a:r>
            <a:r>
              <a:rPr lang="en-US" sz="2900" b="1" dirty="0" err="1"/>
              <a:t>все</a:t>
            </a:r>
            <a:r>
              <a:rPr lang="en-US" sz="2900" b="1" dirty="0"/>
              <a:t> </a:t>
            </a:r>
            <a:r>
              <a:rPr lang="en-US" sz="2900" b="1" dirty="0" err="1"/>
              <a:t>по-важна</a:t>
            </a:r>
            <a:r>
              <a:rPr lang="en-US" sz="2900" b="1" dirty="0"/>
              <a:t>. </a:t>
            </a:r>
            <a:r>
              <a:rPr lang="en-US" sz="2900" b="1" dirty="0" err="1"/>
              <a:t>Намаляването</a:t>
            </a:r>
            <a:r>
              <a:rPr lang="en-US" sz="2900" b="1" dirty="0"/>
              <a:t> </a:t>
            </a:r>
            <a:r>
              <a:rPr lang="en-US" sz="2900" b="1" dirty="0" err="1"/>
              <a:t>на</a:t>
            </a:r>
            <a:r>
              <a:rPr lang="en-US" sz="2900" b="1" dirty="0"/>
              <a:t> </a:t>
            </a:r>
            <a:r>
              <a:rPr lang="en-US" sz="2900" b="1" dirty="0" err="1"/>
              <a:t>пътнотранспортните</a:t>
            </a:r>
            <a:r>
              <a:rPr lang="en-US" sz="2900" b="1" dirty="0"/>
              <a:t> </a:t>
            </a:r>
            <a:r>
              <a:rPr lang="en-US" sz="2900" b="1" dirty="0" err="1"/>
              <a:t>произшествия</a:t>
            </a:r>
            <a:r>
              <a:rPr lang="en-US" sz="2900" b="1" dirty="0"/>
              <a:t> </a:t>
            </a:r>
            <a:r>
              <a:rPr lang="en-US" sz="2900" b="1" dirty="0" err="1"/>
              <a:t>зависи</a:t>
            </a:r>
            <a:r>
              <a:rPr lang="en-US" sz="2900" b="1" dirty="0"/>
              <a:t> </a:t>
            </a:r>
            <a:r>
              <a:rPr lang="en-US" sz="2900" b="1" dirty="0" err="1"/>
              <a:t>както</a:t>
            </a:r>
            <a:r>
              <a:rPr lang="en-US" sz="2900" b="1" dirty="0"/>
              <a:t> </a:t>
            </a:r>
            <a:r>
              <a:rPr lang="en-US" sz="2900" b="1" dirty="0" err="1"/>
              <a:t>от</a:t>
            </a:r>
            <a:r>
              <a:rPr lang="en-US" sz="2900" b="1" dirty="0"/>
              <a:t> </a:t>
            </a:r>
            <a:r>
              <a:rPr lang="en-US" sz="2900" b="1" dirty="0" err="1"/>
              <a:t>техническото</a:t>
            </a:r>
            <a:r>
              <a:rPr lang="en-US" sz="2900" b="1" dirty="0"/>
              <a:t> </a:t>
            </a:r>
            <a:r>
              <a:rPr lang="en-US" sz="2900" b="1" dirty="0" err="1"/>
              <a:t>състояние</a:t>
            </a:r>
            <a:r>
              <a:rPr lang="en-US" sz="2900" b="1" dirty="0"/>
              <a:t> </a:t>
            </a:r>
            <a:r>
              <a:rPr lang="en-US" sz="2900" b="1" dirty="0" err="1"/>
              <a:t>на</a:t>
            </a:r>
            <a:r>
              <a:rPr lang="en-US" sz="2900" b="1" dirty="0"/>
              <a:t> </a:t>
            </a:r>
            <a:r>
              <a:rPr lang="en-US" sz="2900" b="1" dirty="0" err="1"/>
              <a:t>автомобилите</a:t>
            </a:r>
            <a:r>
              <a:rPr lang="en-US" sz="2900" b="1" dirty="0"/>
              <a:t>, </a:t>
            </a:r>
            <a:r>
              <a:rPr lang="en-US" sz="2900" b="1" dirty="0" err="1"/>
              <a:t>така</a:t>
            </a:r>
            <a:r>
              <a:rPr lang="en-US" sz="2900" b="1" dirty="0"/>
              <a:t> и </a:t>
            </a:r>
            <a:r>
              <a:rPr lang="en-US" sz="2900" b="1" dirty="0" err="1"/>
              <a:t>от</a:t>
            </a:r>
            <a:r>
              <a:rPr lang="en-US" sz="2900" b="1" dirty="0"/>
              <a:t> </a:t>
            </a:r>
            <a:r>
              <a:rPr lang="en-US" sz="2900" b="1" dirty="0" err="1"/>
              <a:t>човешкия</a:t>
            </a:r>
            <a:r>
              <a:rPr lang="en-US" sz="2900" b="1" dirty="0"/>
              <a:t> </a:t>
            </a:r>
            <a:r>
              <a:rPr lang="en-US" sz="2900" b="1" dirty="0" err="1"/>
              <a:t>фактор</a:t>
            </a:r>
            <a:r>
              <a:rPr lang="en-US" sz="2900" b="1" dirty="0"/>
              <a:t>.</a:t>
            </a:r>
            <a:br>
              <a:rPr lang="en-US" sz="2900" b="1" dirty="0"/>
            </a:br>
            <a:r>
              <a:rPr lang="en-US" sz="2900" b="1" dirty="0"/>
              <a:t/>
            </a:r>
            <a:br>
              <a:rPr lang="en-US" sz="2900" b="1" dirty="0"/>
            </a:br>
            <a:r>
              <a:rPr lang="en-US" sz="2900" b="1" dirty="0" err="1"/>
              <a:t>Ето</a:t>
            </a:r>
            <a:r>
              <a:rPr lang="en-US" sz="2900" b="1" dirty="0"/>
              <a:t> </a:t>
            </a:r>
            <a:r>
              <a:rPr lang="en-US" sz="2900" b="1" dirty="0" err="1"/>
              <a:t>защо</a:t>
            </a:r>
            <a:r>
              <a:rPr lang="en-US" sz="2900" b="1" dirty="0"/>
              <a:t> </a:t>
            </a:r>
            <a:r>
              <a:rPr lang="en-US" sz="2900" b="1" dirty="0" err="1"/>
              <a:t>обучението</a:t>
            </a:r>
            <a:r>
              <a:rPr lang="en-US" sz="2900" b="1" dirty="0"/>
              <a:t> </a:t>
            </a:r>
            <a:r>
              <a:rPr lang="en-US" sz="2900" b="1" dirty="0" err="1"/>
              <a:t>на</a:t>
            </a:r>
            <a:r>
              <a:rPr lang="en-US" sz="2900" b="1" dirty="0"/>
              <a:t> </a:t>
            </a:r>
            <a:r>
              <a:rPr lang="en-US" sz="2900" b="1" dirty="0" err="1"/>
              <a:t>кандидат-водачите</a:t>
            </a:r>
            <a:r>
              <a:rPr lang="en-US" sz="2900" b="1" dirty="0"/>
              <a:t> </a:t>
            </a:r>
            <a:r>
              <a:rPr lang="en-US" sz="2900" b="1" dirty="0" err="1"/>
              <a:t>трябва</a:t>
            </a:r>
            <a:r>
              <a:rPr lang="en-US" sz="2900" b="1" dirty="0"/>
              <a:t> </a:t>
            </a:r>
            <a:r>
              <a:rPr lang="en-US" sz="2900" b="1" dirty="0" err="1"/>
              <a:t>да</a:t>
            </a:r>
            <a:r>
              <a:rPr lang="en-US" sz="2900" b="1" dirty="0"/>
              <a:t> </a:t>
            </a:r>
            <a:r>
              <a:rPr lang="en-US" sz="2900" b="1" dirty="0" err="1"/>
              <a:t>бъде</a:t>
            </a:r>
            <a:r>
              <a:rPr lang="en-US" sz="2900" b="1" dirty="0"/>
              <a:t> </a:t>
            </a:r>
            <a:r>
              <a:rPr lang="en-US" sz="2900" b="1" dirty="0" err="1"/>
              <a:t>насочено</a:t>
            </a:r>
            <a:r>
              <a:rPr lang="en-US" sz="2900" b="1" dirty="0"/>
              <a:t> </a:t>
            </a:r>
            <a:r>
              <a:rPr lang="en-US" sz="2900" b="1" dirty="0" err="1"/>
              <a:t>към</a:t>
            </a:r>
            <a:r>
              <a:rPr lang="en-US" sz="2900" b="1" dirty="0"/>
              <a:t> </a:t>
            </a:r>
            <a:r>
              <a:rPr lang="en-US" sz="2900" b="1" dirty="0" err="1"/>
              <a:t>изграждане</a:t>
            </a:r>
            <a:r>
              <a:rPr lang="en-US" sz="2900" b="1" dirty="0"/>
              <a:t> </a:t>
            </a:r>
            <a:r>
              <a:rPr lang="en-US" sz="2900" b="1" dirty="0" err="1"/>
              <a:t>на</a:t>
            </a:r>
            <a:r>
              <a:rPr lang="en-US" sz="2900" b="1" dirty="0"/>
              <a:t> </a:t>
            </a:r>
            <a:r>
              <a:rPr lang="en-US" sz="2900" b="1" dirty="0" err="1"/>
              <a:t>цялостна</a:t>
            </a:r>
            <a:r>
              <a:rPr lang="en-US" sz="2900" b="1" dirty="0"/>
              <a:t> </a:t>
            </a:r>
            <a:r>
              <a:rPr lang="en-US" sz="2900" b="1" dirty="0" err="1"/>
              <a:t>култура</a:t>
            </a:r>
            <a:r>
              <a:rPr lang="en-US" sz="2900" b="1" dirty="0"/>
              <a:t> </a:t>
            </a:r>
            <a:r>
              <a:rPr lang="en-US" sz="2900" b="1" dirty="0" err="1"/>
              <a:t>на</a:t>
            </a:r>
            <a:r>
              <a:rPr lang="en-US" sz="2900" b="1" dirty="0"/>
              <a:t> </a:t>
            </a:r>
            <a:r>
              <a:rPr lang="en-US" sz="2900" b="1" dirty="0" err="1"/>
              <a:t>безопасност</a:t>
            </a:r>
            <a:r>
              <a:rPr lang="en-US" sz="2900" b="1" dirty="0"/>
              <a:t>. GDE </a:t>
            </a:r>
            <a:r>
              <a:rPr lang="en-US" sz="2900" b="1" dirty="0" err="1"/>
              <a:t>матрицата</a:t>
            </a:r>
            <a:r>
              <a:rPr lang="en-US" sz="2900" b="1" dirty="0"/>
              <a:t> и </a:t>
            </a:r>
            <a:r>
              <a:rPr lang="en-US" sz="2900" b="1" dirty="0" err="1"/>
              <a:t>методите</a:t>
            </a:r>
            <a:r>
              <a:rPr lang="en-US" sz="2900" b="1" dirty="0"/>
              <a:t> </a:t>
            </a:r>
            <a:r>
              <a:rPr lang="en-US" sz="2900" b="1" dirty="0" err="1"/>
              <a:t>за</a:t>
            </a:r>
            <a:r>
              <a:rPr lang="en-US" sz="2900" b="1" dirty="0"/>
              <a:t> </a:t>
            </a:r>
            <a:r>
              <a:rPr lang="en-US" sz="2900" b="1" dirty="0" err="1"/>
              <a:t>проверка</a:t>
            </a:r>
            <a:r>
              <a:rPr lang="en-US" sz="2900" b="1" dirty="0"/>
              <a:t> </a:t>
            </a:r>
            <a:r>
              <a:rPr lang="en-US" sz="2900" b="1" dirty="0" err="1"/>
              <a:t>на</a:t>
            </a:r>
            <a:r>
              <a:rPr lang="en-US" sz="2900" b="1" dirty="0"/>
              <a:t> </a:t>
            </a:r>
            <a:r>
              <a:rPr lang="en-US" sz="2900" b="1" dirty="0" err="1"/>
              <a:t>осведомеността</a:t>
            </a:r>
            <a:r>
              <a:rPr lang="en-US" sz="2900" b="1" dirty="0"/>
              <a:t> </a:t>
            </a:r>
            <a:r>
              <a:rPr lang="en-US" sz="2900" b="1" dirty="0" err="1"/>
              <a:t>чрез</a:t>
            </a:r>
            <a:r>
              <a:rPr lang="en-US" sz="2900" b="1" dirty="0"/>
              <a:t> </a:t>
            </a:r>
            <a:r>
              <a:rPr lang="en-US" sz="2900" b="1" dirty="0" err="1"/>
              <a:t>практическия</a:t>
            </a:r>
            <a:r>
              <a:rPr lang="en-US" sz="2900" b="1" dirty="0"/>
              <a:t> </a:t>
            </a:r>
            <a:r>
              <a:rPr lang="en-US" sz="2900" b="1" dirty="0" err="1"/>
              <a:t>изпит</a:t>
            </a:r>
            <a:r>
              <a:rPr lang="en-US" sz="2900" b="1" dirty="0"/>
              <a:t> </a:t>
            </a:r>
            <a:r>
              <a:rPr lang="en-US" sz="2900" b="1" dirty="0" err="1"/>
              <a:t>подпомагат</a:t>
            </a:r>
            <a:r>
              <a:rPr lang="en-US" sz="2900" b="1" dirty="0"/>
              <a:t> </a:t>
            </a:r>
            <a:r>
              <a:rPr lang="en-US" sz="2900" b="1" dirty="0" err="1"/>
              <a:t>именно</a:t>
            </a:r>
            <a:r>
              <a:rPr lang="en-US" sz="2900" b="1" dirty="0"/>
              <a:t> </a:t>
            </a:r>
            <a:r>
              <a:rPr lang="en-US" sz="2900" b="1" dirty="0" err="1"/>
              <a:t>този</a:t>
            </a:r>
            <a:r>
              <a:rPr lang="en-US" sz="2900" b="1" dirty="0"/>
              <a:t> </a:t>
            </a:r>
            <a:r>
              <a:rPr lang="en-US" sz="2900" b="1" dirty="0" err="1"/>
              <a:t>процес</a:t>
            </a:r>
            <a:r>
              <a:rPr lang="en-US" sz="2900" b="1" dirty="0"/>
              <a:t>.</a:t>
            </a:r>
            <a:br>
              <a:rPr lang="en-US" sz="2900" b="1" dirty="0"/>
            </a:br>
            <a:r>
              <a:rPr lang="en-US" sz="2900" b="1" dirty="0"/>
              <a:t/>
            </a:r>
            <a:br>
              <a:rPr lang="en-US" sz="2900" b="1" dirty="0"/>
            </a:br>
            <a:r>
              <a:rPr lang="en-US" sz="2900" b="1" dirty="0" err="1"/>
              <a:t>Добре</a:t>
            </a:r>
            <a:r>
              <a:rPr lang="en-US" sz="2900" b="1" dirty="0"/>
              <a:t> </a:t>
            </a:r>
            <a:r>
              <a:rPr lang="en-US" sz="2900" b="1" dirty="0" err="1"/>
              <a:t>подготвеният</a:t>
            </a:r>
            <a:r>
              <a:rPr lang="en-US" sz="2900" b="1" dirty="0"/>
              <a:t> </a:t>
            </a:r>
            <a:r>
              <a:rPr lang="en-US" sz="2900" b="1" dirty="0" err="1"/>
              <a:t>водач</a:t>
            </a:r>
            <a:r>
              <a:rPr lang="en-US" sz="2900" b="1" dirty="0"/>
              <a:t> е </a:t>
            </a:r>
            <a:r>
              <a:rPr lang="en-US" sz="2900" b="1" dirty="0" err="1"/>
              <a:t>този</a:t>
            </a:r>
            <a:r>
              <a:rPr lang="en-US" sz="2900" b="1" dirty="0"/>
              <a:t>, </a:t>
            </a:r>
            <a:r>
              <a:rPr lang="en-US" sz="2900" b="1" dirty="0" err="1"/>
              <a:t>който</a:t>
            </a:r>
            <a:r>
              <a:rPr lang="en-US" sz="2900" b="1" dirty="0"/>
              <a:t> </a:t>
            </a:r>
            <a:r>
              <a:rPr lang="en-US" sz="2900" b="1" dirty="0" err="1"/>
              <a:t>не</a:t>
            </a:r>
            <a:r>
              <a:rPr lang="en-US" sz="2900" b="1" dirty="0"/>
              <a:t> </a:t>
            </a:r>
            <a:r>
              <a:rPr lang="en-US" sz="2900" b="1" dirty="0" err="1"/>
              <a:t>само</a:t>
            </a:r>
            <a:r>
              <a:rPr lang="en-US" sz="2900" b="1" dirty="0"/>
              <a:t> </a:t>
            </a:r>
            <a:r>
              <a:rPr lang="en-US" sz="2900" b="1" dirty="0" err="1"/>
              <a:t>управлява</a:t>
            </a:r>
            <a:r>
              <a:rPr lang="en-US" sz="2900" b="1" dirty="0"/>
              <a:t> </a:t>
            </a:r>
            <a:r>
              <a:rPr lang="en-US" sz="2900" b="1" dirty="0" err="1"/>
              <a:t>автомобила</a:t>
            </a:r>
            <a:r>
              <a:rPr lang="en-US" sz="2900" b="1" dirty="0"/>
              <a:t>, </a:t>
            </a:r>
            <a:r>
              <a:rPr lang="en-US" sz="2900" b="1" dirty="0" err="1"/>
              <a:t>но</a:t>
            </a:r>
            <a:r>
              <a:rPr lang="en-US" sz="2900" b="1" dirty="0"/>
              <a:t> и </a:t>
            </a:r>
            <a:r>
              <a:rPr lang="en-US" sz="2900" b="1" dirty="0" err="1"/>
              <a:t>разбира</a:t>
            </a:r>
            <a:r>
              <a:rPr lang="en-US" sz="2900" b="1" dirty="0"/>
              <a:t> </a:t>
            </a:r>
            <a:r>
              <a:rPr lang="en-US" sz="2900" b="1" dirty="0" err="1"/>
              <a:t>своята</a:t>
            </a:r>
            <a:r>
              <a:rPr lang="en-US" sz="2900" b="1" dirty="0"/>
              <a:t> </a:t>
            </a:r>
            <a:r>
              <a:rPr lang="en-US" sz="2900" b="1" dirty="0" err="1"/>
              <a:t>отговорност</a:t>
            </a:r>
            <a:r>
              <a:rPr lang="en-US" sz="2900" b="1" dirty="0"/>
              <a:t> </a:t>
            </a:r>
            <a:r>
              <a:rPr lang="en-US" sz="2900" b="1" dirty="0" err="1"/>
              <a:t>към</a:t>
            </a:r>
            <a:r>
              <a:rPr lang="en-US" sz="2900" b="1" dirty="0"/>
              <a:t> </a:t>
            </a:r>
            <a:r>
              <a:rPr lang="en-US" sz="2900" b="1" dirty="0" err="1"/>
              <a:t>безопасността</a:t>
            </a:r>
            <a:r>
              <a:rPr lang="en-US" sz="2900" b="1" dirty="0"/>
              <a:t> </a:t>
            </a:r>
            <a:r>
              <a:rPr lang="en-US" sz="2900" b="1" dirty="0" err="1"/>
              <a:t>на</a:t>
            </a:r>
            <a:r>
              <a:rPr lang="en-US" sz="2900" b="1" dirty="0"/>
              <a:t> </a:t>
            </a:r>
            <a:r>
              <a:rPr lang="en-US" sz="2900" b="1" dirty="0" err="1"/>
              <a:t>всички</a:t>
            </a:r>
            <a:r>
              <a:rPr lang="en-US" sz="2900" b="1" dirty="0"/>
              <a:t> </a:t>
            </a:r>
            <a:r>
              <a:rPr lang="en-US" sz="2900" b="1" dirty="0" err="1"/>
              <a:t>участници</a:t>
            </a:r>
            <a:r>
              <a:rPr lang="en-US" sz="2900" b="1" dirty="0"/>
              <a:t> в </a:t>
            </a:r>
            <a:r>
              <a:rPr lang="en-US" sz="2900" b="1" dirty="0" err="1"/>
              <a:t>движението</a:t>
            </a:r>
            <a:r>
              <a:rPr lang="en-US" sz="2900" b="1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6530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bg-BG" b="1" dirty="0" smtClean="0"/>
              <a:t>БЛАГОДАРЯ ВИ ЗА ВНИМАНИЕТО!</a:t>
            </a:r>
            <a:endParaRPr lang="en-US" b="1" dirty="0"/>
          </a:p>
        </p:txBody>
      </p:sp>
      <p:pic>
        <p:nvPicPr>
          <p:cNvPr id="2050" name="Picture 2" descr="17 юли – Световен ден на емотиконите | Радио 1 - Класическите хитове!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1447" y="2430148"/>
            <a:ext cx="6954221" cy="3522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6202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Органичен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32</TotalTime>
  <Words>263</Words>
  <Application>Microsoft Office PowerPoint</Application>
  <PresentationFormat>Широк екран</PresentationFormat>
  <Paragraphs>16</Paragraphs>
  <Slides>8</Slides>
  <Notes>0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8</vt:i4>
      </vt:variant>
    </vt:vector>
  </HeadingPairs>
  <TitlesOfParts>
    <vt:vector size="12" baseType="lpstr">
      <vt:lpstr>Arial</vt:lpstr>
      <vt:lpstr>Garamond</vt:lpstr>
      <vt:lpstr>Times New Roman</vt:lpstr>
      <vt:lpstr>Органичен</vt:lpstr>
      <vt:lpstr> GDE МАТРИЦАТА И ПРАКТИЧЕСКИЯТ ИЗПИТ НА ВОДАЧИ. ПРОЦЕС НА ЗАДАВАНЕ НА ВЪПРОС С ЦЕЛ ПРОВЕРКА НА ОСВЕДОМЕНОСТТА </vt:lpstr>
      <vt:lpstr>Увод </vt:lpstr>
      <vt:lpstr>Същност на GDE матрицата</vt:lpstr>
      <vt:lpstr>Практическият изпит на водачи</vt:lpstr>
      <vt:lpstr>Процес на задаване на въпрос с цел проверка на осведомеността</vt:lpstr>
      <vt:lpstr>Значение на осведомеността при управление</vt:lpstr>
      <vt:lpstr>Заключение </vt:lpstr>
      <vt:lpstr>БЛАГОДАРЯ ВИ ЗА ВНИМАНИЕТО!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GDE МАТРИЦАТА И ПРАКТИЧЕСКИЯТ ИЗПИТ НА ВОДАЧИ. ПРОЦЕС НА ЗАДАВАНЕ НА ВЪПРОС С ЦЕЛ ПРОВЕРКА НА ОСВЕДОМЕНОСТТА</dc:title>
  <dc:creator>Stefi</dc:creator>
  <cp:lastModifiedBy>Stefi</cp:lastModifiedBy>
  <cp:revision>3</cp:revision>
  <dcterms:created xsi:type="dcterms:W3CDTF">2026-05-21T13:54:30Z</dcterms:created>
  <dcterms:modified xsi:type="dcterms:W3CDTF">2026-05-21T14:26:46Z</dcterms:modified>
</cp:coreProperties>
</file>
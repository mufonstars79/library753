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Северна Ирландия: GCSE и подготовка по МПС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Презентация по реферат</a:t>
            </a:r>
          </a:p>
          <a:p>
            <a:r>
              <a:t>Михаил Красимиров Гребенаров</a:t>
            </a:r>
          </a:p>
          <a:p>
            <a:r>
              <a:t>София,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7452"/>
            <a:ext cx="7806906" cy="407598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t>Настоящият реферат разглежда спецификите на генералното свидетелство за средно образование (GCSE) в Северна Ирландия, с акцент върху подготовката на учениците в областта на моторните превозни средства (МПС) и участниците в движението. Анализира се образователната рамка, съдържанието на обучението и методическите подходи, прилагани в техническите дисциплини.</a:t>
            </a:r>
          </a:p>
          <a:p>
            <a:pPr algn="just"/>
            <a:r>
              <a:t>Целта е да се изследва как чрез системно обучение се изграждат знания, умения и компетентности, свързани с безопасността на движението, техническите характеристики на МПС и отговорното поведение на пътя.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Увод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t>Основната цел на настоящия проект е да анализира образователната и регулаторна рамка в Северна Ирландия относно подготовката на младите водачи.</a:t>
            </a:r>
          </a:p>
          <a:p>
            <a:pPr algn="just"/>
            <a:r>
              <a:t>Конкретните цели включват:</a:t>
            </a:r>
          </a:p>
          <a:p>
            <a:pPr algn="just"/>
            <a:r>
              <a:t>1. Да се изясни ролята на GCSE в изграждането на технически и поведенчески компетентности.</a:t>
            </a:r>
          </a:p>
          <a:p>
            <a:pPr algn="just"/>
            <a:r>
              <a:t>2. Да се анализират структурните промени в обучението преди явяване на изпит.</a:t>
            </a:r>
          </a:p>
          <a:p>
            <a:pPr algn="just"/>
            <a:r>
              <a:t>3. Да се разгледат методите за повишаване качеството на подготовката чрез GDE (Goals for Drivers of Educations)матрицата.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на проекта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4. Да се изследват съвременните промени в изпитните процедури.</a:t>
            </a:r>
          </a:p>
          <a:p>
            <a:r>
              <a:t>5. Да се систематизират ограниченията и условията при проверъчните периоди за нови водачи.</a:t>
            </a:r>
          </a:p>
          <a:p>
            <a:r>
              <a:t>1. ОБРАЗОВАТЕЛНА РАМКА И GCSE</a:t>
            </a:r>
          </a:p>
          <a:p>
            <a:r>
              <a:t>GCSE представлява ключова образователна квалификация, която формира базисни знания и практически умения. В контекста на техническите дисциплини тя осигурява обучение по безопасност на движението, устройство на МПС и отговорност на участниците в движението.</a:t>
            </a:r>
          </a:p>
          <a:p>
            <a:r>
              <a:t>2. СТРУКТУРНИ РЕФОРМИ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на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Сред основните мерки са въвеждането на минимален брой практически часове, минимален период на обучение и програми за придружено управление. Тези мерки имат за цел натрупване на реален практически опит преди самостоятелното управление.</a:t>
            </a:r>
          </a:p>
          <a:p>
            <a:r>
              <a:t>3. КАЧЕСТВО НА ОБУЧЕНИЕТО И GDE МАТРИЦАТА</a:t>
            </a:r>
          </a:p>
          <a:p>
            <a:r>
              <a:t>GDE матрицата акцентира върху развитието на умения от по-висок ред – самооценка, контрол на риска и осъзнаване на влиянието на нагласите върху поведението на водача.</a:t>
            </a:r>
          </a:p>
          <a:p>
            <a:r>
              <a:t>4. ПРОМЕНИ В ИЗПИТНИТЕ ПРОЦЕДУРИ</a:t>
            </a:r>
          </a:p>
          <a:p>
            <a:r>
              <a:t>В редица държави бе въведено компютъризирано изпитване на възприемането на опасности и удължаване на практическите изпити с цел по-реалистична оценка на компетентностите.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на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ПРОВЕРОЧНИ ПЕРИОДИ И ОГРАНИЧЕНИЯ</a:t>
            </a:r>
          </a:p>
          <a:p>
            <a:r>
              <a:t>Проверъчните периоди включват ограничения на скоростта, нулево ниво на алкохол, по-нисък праг на наказателни точки и задължителни курсове за усъвършенстване. Тези мерки намаляват риска през първоначалния период на самостоятелно управление.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на проекта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Образователната система в Северна Ирландия се характеризира със стандартизирана структура и ясни критерии за оценяване. GCSE представлява ключов етап от средното образование и се полага обикновено от ученици на възраст 15–16 години.</a:t>
            </a:r>
          </a:p>
          <a:p>
            <a:r>
              <a:t>Изпитите се организират от акредитирани изпитни бордове и включват както теоретични, така и практически компоненти. Оценяването е базирано на предварително дефинирани стандарти, което гарантира обективност и прозрачност.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Образователна система в Северна Ирландия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GCSE включва задължителни и избираеми предмети. В техническите направления се поставя акцент върху приложните знания и връзката между теория и практика. Обучението по теми, свързани с транспорт и МПС, може да бъде част от технологични и инженерни дисциплини.</a:t>
            </a:r>
          </a:p>
          <a:p>
            <a:r>
              <a:t>Съдържанието обхваща основни принципи на механиката, устройство на автомобила, системи за безопасност и нормативна уредба, свързана с движението по пътищата.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GCSE – структура и съдържание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Обучението в областта на МПС има за цел изграждане на техническа грамотност и формиране на култура на безопасно поведение. Разглеждат се основните компоненти на автомобила – двигател, спирачна система, кормилно управление и електронни системи за подпомагане на водача.</a:t>
            </a:r>
          </a:p>
          <a:p>
            <a:r>
              <a:t>Особено внимание се отделя на участниците в движението – водачи, пешеходци, велосипедисти – и на правилата за взаимодействие между тях. Анализират се рискови ситуации и се разработват стратегии за превенция на пътнотранспортни произшествия.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Подготовка по МПС и безопасност на движението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Заключение ......................................................... 6</a:t>
            </a:r>
          </a:p>
          <a:p>
            <a:r>
              <a:t>Използвана литература ........................................... 7</a:t>
            </a:r>
          </a:p>
          <a:p>
            <a:r>
              <a:t>Методиката на обучение в техническите дисциплини включва използване на интерактивни методи – казуси, симулации, практически упражнения и проектно-базирано обучение. Тези подходи подпомагат усвояването на сложни технически понятия и развиват аналитично мислене.</a:t>
            </a:r>
          </a:p>
          <a:p>
            <a:r>
              <a:t>Комбинирането на теория и практика осигурява трайност на знанията и създава предпоставки за формиране на професионални интереси в сферата на транспорта и инженерството.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Методически подходи в обучението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Генералното свидетелство за средно образование в Северна Ирландия осигурява систематична подготовка на учениците в областта на техническите знания, включително теми, свързани с МПС и безопасността на движението. Чрез съвременни методически подходи се постига баланс между теоретична подготовка и практически умения.</a:t>
            </a:r>
          </a:p>
          <a:p>
            <a:r>
              <a:t>Изследването показва, че интегрирането на технически дисциплини в средното образование допринася за повишаване на пътната култура и за подготовка на отговорни участници в движението.</a:t>
            </a:r>
          </a:p>
          <a:p>
            <a:r>
              <a:t>ИЗПОЛЗВАНА ЛИТЕРАТУРА</a:t>
            </a:r>
          </a:p>
          <a:p>
            <a:r>
              <a:t>1. Department of Education Northern Ireland. Curriculum Guidelines for Key Stage 4.</a:t>
            </a:r>
          </a:p>
          <a:p>
            <a:r>
              <a:t>2. Council for the Curriculum, Examinations and Assessment (CCEA). GCSE Specifications.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Road Safety Authority. Educational Materials for Secondary Schools.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</TotalTime>
  <Words>819</Words>
  <Application>Microsoft Macintosh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Северна Ирландия: GCSE и подготовка по МПС</vt:lpstr>
      <vt:lpstr>Увод</vt:lpstr>
      <vt:lpstr>Цели на проекта</vt:lpstr>
      <vt:lpstr>Цели на проекта</vt:lpstr>
      <vt:lpstr>Цели на проекта</vt:lpstr>
      <vt:lpstr>Цели на проекта</vt:lpstr>
      <vt:lpstr>Образователна система в Северна Ирландия</vt:lpstr>
      <vt:lpstr>GCSE – структура и съдържание</vt:lpstr>
      <vt:lpstr>Подготовка по МПС и безопасност на движението</vt:lpstr>
      <vt:lpstr>Методически подходи в обучението</vt:lpstr>
      <vt:lpstr>Заключение</vt:lpstr>
      <vt:lpstr>Заключение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Северна Ирландия: GCSE и подготовка по МПС</dc:title>
  <dc:subject/>
  <dc:creator/>
  <cp:keywords/>
  <dc:description>generated using python-pptx</dc:description>
  <cp:lastModifiedBy>Home</cp:lastModifiedBy>
  <cp:revision>2</cp:revision>
  <dcterms:created xsi:type="dcterms:W3CDTF">2013-01-27T09:14:16Z</dcterms:created>
  <dcterms:modified xsi:type="dcterms:W3CDTF">2026-03-15T14:11:01Z</dcterms:modified>
  <cp:category/>
</cp:coreProperties>
</file>
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СПЕЦИФИЧНИ МЕТОДИ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РАБОТА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на обучението по техническите дисциплини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Михаил Красимиров Гребенаров  •  София, 2026 г.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СЪДЪРЖАНИЕ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Увод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411480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Същност на специфичните методи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505456"/>
            <a:ext cx="411480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054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Основни видове методи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55264"/>
            <a:ext cx="411480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5526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Таксономия на Блум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058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Приложение в практиката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755648"/>
            <a:ext cx="4114800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556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Предимства и предизвикателства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505456"/>
            <a:ext cx="4114800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054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Анализ, оценка и заключение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УВОД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Съвременното обучение в техническите дисциплини се характеризира с динамичност и необходимост от адаптация към новите технологии.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Традиционните форми на обучение вече не са достатъчни — обучаемите трябва да развиват умения за анализ, критично мислене и практическо приложение.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Специфичните методи подпомагат активното участие на учениците, стимулират тяхната самостоятелност и създават условия за по-добро усвояване на учебния материал.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СЪЩНОСТ НА СПЕЦИФИЧНИТЕ МЕТОДИ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Ориентация към ученика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46304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Ученикът е в центъра на учебния процес. Вместо пасивно възприемане — активно участие.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0515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 насоченост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46304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Съчетание между теоретични знания и практически умения, симулиране на реални ситуации.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926080"/>
            <a:ext cx="411480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9718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Интерактивност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338328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Решаване на задачи, дискусии, експерименти и проекти за по-дълбоко разбиране.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114800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926080"/>
            <a:ext cx="411480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9718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Индивидуализиране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338328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към темпото и стила на учене на всеки обучаем.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ВИДОВЕ СПЕЦИФИЧНИ МЕТОДИ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777240" cy="7132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106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Диалогови методи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Беседа, дискусия, дебат. Стимулират мисловна активност и критично мислене чрез взаимодействие.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847088"/>
            <a:ext cx="868680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47088"/>
            <a:ext cx="777240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84708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Групово обучение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2128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малки групи. Развива сътрудничество, комуникация и взаимно обучение.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642616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42616"/>
            <a:ext cx="777240" cy="7132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4261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Проблемно обучение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0083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Самостоятелно намиране на решения. Изисква анализ, логическо мислене и творчески подход.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438144"/>
            <a:ext cx="868680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438144"/>
            <a:ext cx="777240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3814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Самостоятелна работа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80390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 индивидуалната отговорност и уменията за самостоятелно учене.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4233672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4233672"/>
            <a:ext cx="777240" cy="7132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23367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 методи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599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Лабораторни упражнения, практически задачи и демонстрации за прилагане на теорията.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ТАКСОНОМИЯ НА БЛУМ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 класифициране на образователните цели в 6 нива: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274320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63040"/>
            <a:ext cx="274320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Знание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Възпроизвеждане на факти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Диалогови методи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463040"/>
            <a:ext cx="274320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463040"/>
            <a:ext cx="2743200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08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Разбиране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Осмисляне на съдържанието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Беседа, дискусия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274320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463040"/>
            <a:ext cx="2743200" cy="38404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087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Приложение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Използване в нови ситуации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Практически методи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246120"/>
            <a:ext cx="274320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246120"/>
            <a:ext cx="274320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91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Анализ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Разчленяване и открив. на връзки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Проблемно обучение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246120"/>
            <a:ext cx="274320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3246120"/>
            <a:ext cx="274320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291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Синтез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Създаване на нови идеи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Проектни задачи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246120"/>
            <a:ext cx="274320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246120"/>
            <a:ext cx="274320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291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Оценка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 мнение и преценка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Дискусии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В ПРАКТИКАТА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Изборът на методи зависи от: възрастта на учениците, нивото им на подготовка, учебното съдържание и наличните ресурси.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9202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184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Беседа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Въвеждане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2212848"/>
            <a:ext cx="228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600200"/>
            <a:ext cx="19202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184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Разработване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2212848"/>
            <a:ext cx="228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00200"/>
            <a:ext cx="19202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184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Прилагане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212848"/>
            <a:ext cx="228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600200"/>
            <a:ext cx="19202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6184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Дискусия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Оценяване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063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Ефективното преподаване изисква комбиниране на различни методи в рамките на един урок.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Интерактивни платформи, симулации и дигитални ресурси разширяват възможностите.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Учителят адаптира методите спрямо индивидуалните особености и темпо на учене.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ПРЕДИМСТВА И ПРЕДИЗВИКАТЕЛСТВА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605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416052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ПРЕДИМСТВА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74650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002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Повишаване на мотивацията на учениците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258568"/>
            <a:ext cx="4160520" cy="566928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2404872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5856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на практически умения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916936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306324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169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Стимулиране на критичното мислене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575304"/>
            <a:ext cx="4160520" cy="566928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372160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5753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По-добро усвояване на знанията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233672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437997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23367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за реални проф. ситуации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16052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51560"/>
            <a:ext cx="416052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ПРЕДИЗВИКАТЕЛСТВА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60020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18888" y="1746504"/>
            <a:ext cx="274320" cy="2743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16002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Необходимост от добра подготовка от учителя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258568"/>
            <a:ext cx="416052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2404872"/>
            <a:ext cx="274320" cy="2743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225856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Повече време за планиране на уроците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16936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063240"/>
            <a:ext cx="274320" cy="2743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4648" y="29169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 от подходяща материална база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575304"/>
            <a:ext cx="416052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8888" y="3721608"/>
            <a:ext cx="274320" cy="2743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35753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Трудности при оценяване на инд. принос в групова работа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ОЦЕНКА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 от прилагането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Анализът показва, че специфичните методи значително подобряват качеството на обучението. Учениците стават по-активни, по-ангажирани и по-уверени в своите знания и умения.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7432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097280"/>
            <a:ext cx="2743200" cy="4572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Комплексно оценяване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Оценяването трябва да включва както резултатите, така и процеса на работа. Формативното оценяване, самооценката и взаимната оценка са особено подходящи форми.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7432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097280"/>
            <a:ext cx="2743200" cy="4572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 на учителя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Методите подобряват резултатите и мотивацията, но изискват добра подготовка и готовност за адаптация от страна на преподавателя.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Специфичните методи са съществен елемент от съвременното обучение по технически дисциплини — осигуряват активност, практическа насоченост и развитие на ключови компетентности.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304288"/>
            <a:ext cx="54864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7744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Комбинирането им с таксономията на Блум създава цялостна и ефективна педагогическа система, която подпомага не само усвояването на знания, но и развитието на мисловни умения.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602736"/>
            <a:ext cx="54864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675888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условията на бързо развиващото се съвременно общество прилагането на тези методи не е просто препоръчително — то е необходимо условие за качествено образование.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Михаил Красимиров Гребенаров  •  София, 2026 г.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Специфични методи на работа</dc:title>
  <dc:subject>PptxGenJS Presentation</dc:subject>
  <dc:creator>PptxGenJS</dc:creator>
  <cp:lastModifiedBy>PptxGenJS</cp:lastModifiedBy>
  <cp:revision>1</cp:revision>
  <dcterms:created xsi:type="dcterms:W3CDTF">2026-04-24T13:51:35Z</dcterms:created>
  <dcterms:modified xsi:type="dcterms:W3CDTF">2026-04-24T13:51:35Z</dcterms:modified>
</cp:coreProperties>
</file>